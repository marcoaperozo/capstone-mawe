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drawings/vmlDrawing1.vml" ContentType="application/vnd.openxmlformats-officedocument.vmlDrawing"/>
  <Override PartName="/ppt/embeddings/oleObject1.bin" ContentType="application/vnd.openxmlformats-officedocument.oleObject"/>
  <Override PartName="/ppt/media/image2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9" r:id="rId1"/>
    <p:sldMasterId id="2147483705" r:id="rId2"/>
    <p:sldMasterId id="2147483707" r:id="rId3"/>
    <p:sldMasterId id="2147483709" r:id="rId4"/>
    <p:sldMasterId id="2147483711" r:id="rId5"/>
    <p:sldMasterId id="2147483713" r:id="rId6"/>
    <p:sldMasterId id="2147483715" r:id="rId7"/>
    <p:sldMasterId id="2147483717" r:id="rId8"/>
    <p:sldMasterId id="2147483726" r:id="rId9"/>
    <p:sldMasterId id="2147483728" r:id="rId10"/>
    <p:sldMasterId id="2147483739" r:id="rId11"/>
  </p:sldMasterIdLst>
  <p:notesMasterIdLst>
    <p:notesMasterId r:id="rId13"/>
  </p:notesMasterIdLst>
  <p:sldIdLst>
    <p:sldId id="256" r:id="rId12"/>
  </p:sldIdLst>
  <p:sldSz cx="43891200" cy="32918400"/>
  <p:notesSz cx="32248475" cy="43221275"/>
  <p:defaultTextStyle>
    <a:defPPr>
      <a:defRPr lang="en-US"/>
    </a:defPPr>
    <a:lvl1pPr algn="l" rtl="0" eaLnBrk="0" fontAlgn="base" hangingPunct="0">
      <a:spcBef>
        <a:spcPct val="0"/>
      </a:spcBef>
      <a:spcAft>
        <a:spcPct val="0"/>
      </a:spcAft>
      <a:defRPr sz="2900" kern="1200">
        <a:solidFill>
          <a:schemeClr val="tx1"/>
        </a:solidFill>
        <a:latin typeface="Arial Narrow" panose="020B0604020202020204" pitchFamily="34" charset="0"/>
        <a:ea typeface="+mn-ea"/>
        <a:cs typeface="+mn-cs"/>
      </a:defRPr>
    </a:lvl1pPr>
    <a:lvl2pPr marL="457200" algn="l" rtl="0" eaLnBrk="0" fontAlgn="base" hangingPunct="0">
      <a:spcBef>
        <a:spcPct val="0"/>
      </a:spcBef>
      <a:spcAft>
        <a:spcPct val="0"/>
      </a:spcAft>
      <a:defRPr sz="2900" kern="1200">
        <a:solidFill>
          <a:schemeClr val="tx1"/>
        </a:solidFill>
        <a:latin typeface="Arial Narrow" panose="020B0604020202020204" pitchFamily="34" charset="0"/>
        <a:ea typeface="+mn-ea"/>
        <a:cs typeface="+mn-cs"/>
      </a:defRPr>
    </a:lvl2pPr>
    <a:lvl3pPr marL="914400" algn="l" rtl="0" eaLnBrk="0" fontAlgn="base" hangingPunct="0">
      <a:spcBef>
        <a:spcPct val="0"/>
      </a:spcBef>
      <a:spcAft>
        <a:spcPct val="0"/>
      </a:spcAft>
      <a:defRPr sz="2900" kern="1200">
        <a:solidFill>
          <a:schemeClr val="tx1"/>
        </a:solidFill>
        <a:latin typeface="Arial Narrow" panose="020B0604020202020204" pitchFamily="34" charset="0"/>
        <a:ea typeface="+mn-ea"/>
        <a:cs typeface="+mn-cs"/>
      </a:defRPr>
    </a:lvl3pPr>
    <a:lvl4pPr marL="1371600" algn="l" rtl="0" eaLnBrk="0" fontAlgn="base" hangingPunct="0">
      <a:spcBef>
        <a:spcPct val="0"/>
      </a:spcBef>
      <a:spcAft>
        <a:spcPct val="0"/>
      </a:spcAft>
      <a:defRPr sz="2900" kern="1200">
        <a:solidFill>
          <a:schemeClr val="tx1"/>
        </a:solidFill>
        <a:latin typeface="Arial Narrow" panose="020B0604020202020204" pitchFamily="34" charset="0"/>
        <a:ea typeface="+mn-ea"/>
        <a:cs typeface="+mn-cs"/>
      </a:defRPr>
    </a:lvl4pPr>
    <a:lvl5pPr marL="1828800" algn="l" rtl="0" eaLnBrk="0" fontAlgn="base" hangingPunct="0">
      <a:spcBef>
        <a:spcPct val="0"/>
      </a:spcBef>
      <a:spcAft>
        <a:spcPct val="0"/>
      </a:spcAft>
      <a:defRPr sz="2900" kern="1200">
        <a:solidFill>
          <a:schemeClr val="tx1"/>
        </a:solidFill>
        <a:latin typeface="Arial Narrow" panose="020B0604020202020204" pitchFamily="34" charset="0"/>
        <a:ea typeface="+mn-ea"/>
        <a:cs typeface="+mn-cs"/>
      </a:defRPr>
    </a:lvl5pPr>
    <a:lvl6pPr marL="2286000" algn="l" defTabSz="914400" rtl="0" eaLnBrk="1" latinLnBrk="0" hangingPunct="1">
      <a:defRPr sz="2900" kern="1200">
        <a:solidFill>
          <a:schemeClr val="tx1"/>
        </a:solidFill>
        <a:latin typeface="Arial Narrow" panose="020B0604020202020204" pitchFamily="34" charset="0"/>
        <a:ea typeface="+mn-ea"/>
        <a:cs typeface="+mn-cs"/>
      </a:defRPr>
    </a:lvl6pPr>
    <a:lvl7pPr marL="2743200" algn="l" defTabSz="914400" rtl="0" eaLnBrk="1" latinLnBrk="0" hangingPunct="1">
      <a:defRPr sz="2900" kern="1200">
        <a:solidFill>
          <a:schemeClr val="tx1"/>
        </a:solidFill>
        <a:latin typeface="Arial Narrow" panose="020B0604020202020204" pitchFamily="34" charset="0"/>
        <a:ea typeface="+mn-ea"/>
        <a:cs typeface="+mn-cs"/>
      </a:defRPr>
    </a:lvl7pPr>
    <a:lvl8pPr marL="3200400" algn="l" defTabSz="914400" rtl="0" eaLnBrk="1" latinLnBrk="0" hangingPunct="1">
      <a:defRPr sz="2900" kern="1200">
        <a:solidFill>
          <a:schemeClr val="tx1"/>
        </a:solidFill>
        <a:latin typeface="Arial Narrow" panose="020B0604020202020204" pitchFamily="34" charset="0"/>
        <a:ea typeface="+mn-ea"/>
        <a:cs typeface="+mn-cs"/>
      </a:defRPr>
    </a:lvl8pPr>
    <a:lvl9pPr marL="3657600" algn="l" defTabSz="914400" rtl="0" eaLnBrk="1" latinLnBrk="0" hangingPunct="1">
      <a:defRPr sz="2900" kern="1200">
        <a:solidFill>
          <a:schemeClr val="tx1"/>
        </a:solidFill>
        <a:latin typeface="Arial Narrow" panose="020B0604020202020204" pitchFamily="34" charset="0"/>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2129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38" autoAdjust="0"/>
    <p:restoredTop sz="96327" autoAdjust="0"/>
  </p:normalViewPr>
  <p:slideViewPr>
    <p:cSldViewPr snapToGrid="0">
      <p:cViewPr varScale="1">
        <p:scale>
          <a:sx n="29" d="100"/>
          <a:sy n="29" d="100"/>
        </p:scale>
        <p:origin x="3984" y="384"/>
      </p:cViewPr>
      <p:guideLst>
        <p:guide orient="horz" pos="10368"/>
        <p:guide pos="21293"/>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 Target="slides/slide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A83634-0EE4-408D-B6A4-404D956E4D16}" type="doc">
      <dgm:prSet loTypeId="urn:microsoft.com/office/officeart/2005/8/layout/radial1" loCatId="relationship" qsTypeId="urn:microsoft.com/office/officeart/2005/8/quickstyle/simple1" qsCatId="simple" csTypeId="urn:microsoft.com/office/officeart/2005/8/colors/accent1_2" csCatId="accent1"/>
      <dgm:spPr/>
    </dgm:pt>
    <dgm:pt modelId="{33B187BD-1075-4FF3-AA79-E5A7918C43A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Arial" charset="0"/>
              <a:cs typeface="Arial" charset="0"/>
            </a:rPr>
            <a:t>Sample</a:t>
          </a:r>
        </a:p>
      </dgm:t>
    </dgm:pt>
    <dgm:pt modelId="{ED099DB3-7876-4295-8004-73F886B48D37}" type="parTrans" cxnId="{60B7A389-E704-4211-9219-2FE34EF40546}">
      <dgm:prSet/>
      <dgm:spPr/>
    </dgm:pt>
    <dgm:pt modelId="{930F15B2-A0C8-45B2-94FE-43EDE6885977}" type="sibTrans" cxnId="{60B7A389-E704-4211-9219-2FE34EF40546}">
      <dgm:prSet/>
      <dgm:spPr/>
    </dgm:pt>
    <dgm:pt modelId="{5A0CA545-6069-443F-9A94-03F31F46B6D4}">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Arial" charset="0"/>
              <a:cs typeface="Arial" charset="0"/>
            </a:rPr>
            <a:t>Sample</a:t>
          </a:r>
        </a:p>
      </dgm:t>
    </dgm:pt>
    <dgm:pt modelId="{2F600DD6-2677-43DE-9B41-7C88F9EA9CCE}" type="parTrans" cxnId="{2B0836E7-8FFA-4D12-9E26-758EBA3C7B9D}">
      <dgm:prSet/>
      <dgm:spPr/>
      <dgm:t>
        <a:bodyPr/>
        <a:lstStyle/>
        <a:p>
          <a:endParaRPr lang="en-US"/>
        </a:p>
      </dgm:t>
    </dgm:pt>
    <dgm:pt modelId="{ED6D6B6A-3FC3-451D-9992-0D01E134EDA4}" type="sibTrans" cxnId="{2B0836E7-8FFA-4D12-9E26-758EBA3C7B9D}">
      <dgm:prSet/>
      <dgm:spPr/>
    </dgm:pt>
    <dgm:pt modelId="{0C3C436D-1C35-4E34-B9DE-5EE8AA6AC617}">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Arial" charset="0"/>
              <a:cs typeface="Arial" charset="0"/>
            </a:rPr>
            <a:t>Sample</a:t>
          </a:r>
        </a:p>
      </dgm:t>
    </dgm:pt>
    <dgm:pt modelId="{2D0F2263-40B8-472F-830F-2E7C4298E900}" type="parTrans" cxnId="{3E9AC312-A174-43AB-B972-EDBA3FF9F6E7}">
      <dgm:prSet/>
      <dgm:spPr/>
      <dgm:t>
        <a:bodyPr/>
        <a:lstStyle/>
        <a:p>
          <a:endParaRPr lang="en-US"/>
        </a:p>
      </dgm:t>
    </dgm:pt>
    <dgm:pt modelId="{2768903D-F8E9-4C2B-A641-C4EC915681D6}" type="sibTrans" cxnId="{3E9AC312-A174-43AB-B972-EDBA3FF9F6E7}">
      <dgm:prSet/>
      <dgm:spPr/>
    </dgm:pt>
    <dgm:pt modelId="{EAE5B969-7A66-4408-A389-4F5BD4C26E98}">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a:ln>
                <a:noFill/>
              </a:ln>
              <a:solidFill>
                <a:schemeClr val="tx1"/>
              </a:solidFill>
              <a:effectLst/>
              <a:latin typeface="Arial" charset="0"/>
              <a:cs typeface="Arial" charset="0"/>
            </a:rPr>
            <a:t>Sample</a:t>
          </a:r>
        </a:p>
      </dgm:t>
    </dgm:pt>
    <dgm:pt modelId="{46D5A32B-85C8-43CF-81E0-AE629EAA0F4D}" type="parTrans" cxnId="{88C4C61A-F8FE-4218-9F99-D962A456BFCF}">
      <dgm:prSet/>
      <dgm:spPr/>
      <dgm:t>
        <a:bodyPr/>
        <a:lstStyle/>
        <a:p>
          <a:endParaRPr lang="en-US"/>
        </a:p>
      </dgm:t>
    </dgm:pt>
    <dgm:pt modelId="{95D66FEB-4908-452C-B3C7-CD8169F9F10D}" type="sibTrans" cxnId="{88C4C61A-F8FE-4218-9F99-D962A456BFCF}">
      <dgm:prSet/>
      <dgm:spPr/>
    </dgm:pt>
    <dgm:pt modelId="{79D8CFB6-BCF7-4DDD-B1A8-88315448011D}" type="pres">
      <dgm:prSet presAssocID="{59A83634-0EE4-408D-B6A4-404D956E4D16}" presName="cycle" presStyleCnt="0">
        <dgm:presLayoutVars>
          <dgm:chMax val="1"/>
          <dgm:dir/>
          <dgm:animLvl val="ctr"/>
          <dgm:resizeHandles val="exact"/>
        </dgm:presLayoutVars>
      </dgm:prSet>
      <dgm:spPr/>
    </dgm:pt>
    <dgm:pt modelId="{584AB8AC-6F72-43C9-A88C-30F668665FE4}" type="pres">
      <dgm:prSet presAssocID="{33B187BD-1075-4FF3-AA79-E5A7918C43A9}" presName="centerShape" presStyleLbl="node0" presStyleIdx="0" presStyleCnt="1"/>
      <dgm:spPr/>
    </dgm:pt>
    <dgm:pt modelId="{796EBED8-C8DA-4F78-83AF-448916D4A134}" type="pres">
      <dgm:prSet presAssocID="{2F600DD6-2677-43DE-9B41-7C88F9EA9CCE}" presName="Name9" presStyleLbl="parChTrans1D2" presStyleIdx="0" presStyleCnt="3"/>
      <dgm:spPr/>
    </dgm:pt>
    <dgm:pt modelId="{66793EA3-F403-43E7-B4CF-7FD1081D3D53}" type="pres">
      <dgm:prSet presAssocID="{2F600DD6-2677-43DE-9B41-7C88F9EA9CCE}" presName="connTx" presStyleLbl="parChTrans1D2" presStyleIdx="0" presStyleCnt="3"/>
      <dgm:spPr/>
    </dgm:pt>
    <dgm:pt modelId="{9036CE61-C05B-4AC5-9BD1-32F17C47B5EB}" type="pres">
      <dgm:prSet presAssocID="{5A0CA545-6069-443F-9A94-03F31F46B6D4}" presName="node" presStyleLbl="node1" presStyleIdx="0" presStyleCnt="3">
        <dgm:presLayoutVars>
          <dgm:bulletEnabled val="1"/>
        </dgm:presLayoutVars>
      </dgm:prSet>
      <dgm:spPr/>
    </dgm:pt>
    <dgm:pt modelId="{2004E3B5-231C-49D6-901E-AD5F5C685FE8}" type="pres">
      <dgm:prSet presAssocID="{2D0F2263-40B8-472F-830F-2E7C4298E900}" presName="Name9" presStyleLbl="parChTrans1D2" presStyleIdx="1" presStyleCnt="3"/>
      <dgm:spPr/>
    </dgm:pt>
    <dgm:pt modelId="{D9D041AC-94F3-425B-9614-9B1345133F08}" type="pres">
      <dgm:prSet presAssocID="{2D0F2263-40B8-472F-830F-2E7C4298E900}" presName="connTx" presStyleLbl="parChTrans1D2" presStyleIdx="1" presStyleCnt="3"/>
      <dgm:spPr/>
    </dgm:pt>
    <dgm:pt modelId="{FD751BA1-80C6-4CF8-80E6-5D30E8F191C6}" type="pres">
      <dgm:prSet presAssocID="{0C3C436D-1C35-4E34-B9DE-5EE8AA6AC617}" presName="node" presStyleLbl="node1" presStyleIdx="1" presStyleCnt="3">
        <dgm:presLayoutVars>
          <dgm:bulletEnabled val="1"/>
        </dgm:presLayoutVars>
      </dgm:prSet>
      <dgm:spPr/>
    </dgm:pt>
    <dgm:pt modelId="{81DF614A-8889-401A-8144-BE9C402707A1}" type="pres">
      <dgm:prSet presAssocID="{46D5A32B-85C8-43CF-81E0-AE629EAA0F4D}" presName="Name9" presStyleLbl="parChTrans1D2" presStyleIdx="2" presStyleCnt="3"/>
      <dgm:spPr/>
    </dgm:pt>
    <dgm:pt modelId="{6DD169E7-B6D4-4C1E-9466-81C648257F8D}" type="pres">
      <dgm:prSet presAssocID="{46D5A32B-85C8-43CF-81E0-AE629EAA0F4D}" presName="connTx" presStyleLbl="parChTrans1D2" presStyleIdx="2" presStyleCnt="3"/>
      <dgm:spPr/>
    </dgm:pt>
    <dgm:pt modelId="{14F0B694-529D-44EE-BC03-FF0C7DAE6423}" type="pres">
      <dgm:prSet presAssocID="{EAE5B969-7A66-4408-A389-4F5BD4C26E98}" presName="node" presStyleLbl="node1" presStyleIdx="2" presStyleCnt="3">
        <dgm:presLayoutVars>
          <dgm:bulletEnabled val="1"/>
        </dgm:presLayoutVars>
      </dgm:prSet>
      <dgm:spPr/>
    </dgm:pt>
  </dgm:ptLst>
  <dgm:cxnLst>
    <dgm:cxn modelId="{3E9AC312-A174-43AB-B972-EDBA3FF9F6E7}" srcId="{33B187BD-1075-4FF3-AA79-E5A7918C43A9}" destId="{0C3C436D-1C35-4E34-B9DE-5EE8AA6AC617}" srcOrd="1" destOrd="0" parTransId="{2D0F2263-40B8-472F-830F-2E7C4298E900}" sibTransId="{2768903D-F8E9-4C2B-A641-C4EC915681D6}"/>
    <dgm:cxn modelId="{88C4C61A-F8FE-4218-9F99-D962A456BFCF}" srcId="{33B187BD-1075-4FF3-AA79-E5A7918C43A9}" destId="{EAE5B969-7A66-4408-A389-4F5BD4C26E98}" srcOrd="2" destOrd="0" parTransId="{46D5A32B-85C8-43CF-81E0-AE629EAA0F4D}" sibTransId="{95D66FEB-4908-452C-B3C7-CD8169F9F10D}"/>
    <dgm:cxn modelId="{BACEEA4F-929F-4249-BB74-CA617B3C14A6}" type="presOf" srcId="{59A83634-0EE4-408D-B6A4-404D956E4D16}" destId="{79D8CFB6-BCF7-4DDD-B1A8-88315448011D}" srcOrd="0" destOrd="0" presId="urn:microsoft.com/office/officeart/2005/8/layout/radial1"/>
    <dgm:cxn modelId="{474BD274-5FEC-469B-A9B3-E2D507B1780C}" type="presOf" srcId="{2F600DD6-2677-43DE-9B41-7C88F9EA9CCE}" destId="{796EBED8-C8DA-4F78-83AF-448916D4A134}" srcOrd="0" destOrd="0" presId="urn:microsoft.com/office/officeart/2005/8/layout/radial1"/>
    <dgm:cxn modelId="{0E03CC80-A47D-4CA5-A06C-0E648241D5AE}" type="presOf" srcId="{46D5A32B-85C8-43CF-81E0-AE629EAA0F4D}" destId="{6DD169E7-B6D4-4C1E-9466-81C648257F8D}" srcOrd="1" destOrd="0" presId="urn:microsoft.com/office/officeart/2005/8/layout/radial1"/>
    <dgm:cxn modelId="{49A05E82-10EA-40BF-A634-DE72E2CABACD}" type="presOf" srcId="{2D0F2263-40B8-472F-830F-2E7C4298E900}" destId="{2004E3B5-231C-49D6-901E-AD5F5C685FE8}" srcOrd="0" destOrd="0" presId="urn:microsoft.com/office/officeart/2005/8/layout/radial1"/>
    <dgm:cxn modelId="{D75DFC88-4FF2-48E9-8688-462AF427A277}" type="presOf" srcId="{2D0F2263-40B8-472F-830F-2E7C4298E900}" destId="{D9D041AC-94F3-425B-9614-9B1345133F08}" srcOrd="1" destOrd="0" presId="urn:microsoft.com/office/officeart/2005/8/layout/radial1"/>
    <dgm:cxn modelId="{60B7A389-E704-4211-9219-2FE34EF40546}" srcId="{59A83634-0EE4-408D-B6A4-404D956E4D16}" destId="{33B187BD-1075-4FF3-AA79-E5A7918C43A9}" srcOrd="0" destOrd="0" parTransId="{ED099DB3-7876-4295-8004-73F886B48D37}" sibTransId="{930F15B2-A0C8-45B2-94FE-43EDE6885977}"/>
    <dgm:cxn modelId="{46C20E96-C5D6-48E9-8BE6-8E44BAFFF552}" type="presOf" srcId="{46D5A32B-85C8-43CF-81E0-AE629EAA0F4D}" destId="{81DF614A-8889-401A-8144-BE9C402707A1}" srcOrd="0" destOrd="0" presId="urn:microsoft.com/office/officeart/2005/8/layout/radial1"/>
    <dgm:cxn modelId="{B45962D6-9551-41EA-A4B4-4BD3A6EE8447}" type="presOf" srcId="{2F600DD6-2677-43DE-9B41-7C88F9EA9CCE}" destId="{66793EA3-F403-43E7-B4CF-7FD1081D3D53}" srcOrd="1" destOrd="0" presId="urn:microsoft.com/office/officeart/2005/8/layout/radial1"/>
    <dgm:cxn modelId="{59B8B9DA-D48D-44D4-9C21-7FEAB384A6B1}" type="presOf" srcId="{EAE5B969-7A66-4408-A389-4F5BD4C26E98}" destId="{14F0B694-529D-44EE-BC03-FF0C7DAE6423}" srcOrd="0" destOrd="0" presId="urn:microsoft.com/office/officeart/2005/8/layout/radial1"/>
    <dgm:cxn modelId="{28F7E0DC-7E92-439C-B432-981EE2B3DEB1}" type="presOf" srcId="{33B187BD-1075-4FF3-AA79-E5A7918C43A9}" destId="{584AB8AC-6F72-43C9-A88C-30F668665FE4}" srcOrd="0" destOrd="0" presId="urn:microsoft.com/office/officeart/2005/8/layout/radial1"/>
    <dgm:cxn modelId="{2B0836E7-8FFA-4D12-9E26-758EBA3C7B9D}" srcId="{33B187BD-1075-4FF3-AA79-E5A7918C43A9}" destId="{5A0CA545-6069-443F-9A94-03F31F46B6D4}" srcOrd="0" destOrd="0" parTransId="{2F600DD6-2677-43DE-9B41-7C88F9EA9CCE}" sibTransId="{ED6D6B6A-3FC3-451D-9992-0D01E134EDA4}"/>
    <dgm:cxn modelId="{906C4CFA-1DD6-4DB2-AD96-C74EBFCFB479}" type="presOf" srcId="{0C3C436D-1C35-4E34-B9DE-5EE8AA6AC617}" destId="{FD751BA1-80C6-4CF8-80E6-5D30E8F191C6}" srcOrd="0" destOrd="0" presId="urn:microsoft.com/office/officeart/2005/8/layout/radial1"/>
    <dgm:cxn modelId="{07404EFB-2D55-40F6-9071-8A83702DEC94}" type="presOf" srcId="{5A0CA545-6069-443F-9A94-03F31F46B6D4}" destId="{9036CE61-C05B-4AC5-9BD1-32F17C47B5EB}" srcOrd="0" destOrd="0" presId="urn:microsoft.com/office/officeart/2005/8/layout/radial1"/>
    <dgm:cxn modelId="{8614DD6A-536C-4D86-86CB-6A1B196E552C}" type="presParOf" srcId="{79D8CFB6-BCF7-4DDD-B1A8-88315448011D}" destId="{584AB8AC-6F72-43C9-A88C-30F668665FE4}" srcOrd="0" destOrd="0" presId="urn:microsoft.com/office/officeart/2005/8/layout/radial1"/>
    <dgm:cxn modelId="{29196C09-8789-47A5-939A-E3ADA2ECF0FD}" type="presParOf" srcId="{79D8CFB6-BCF7-4DDD-B1A8-88315448011D}" destId="{796EBED8-C8DA-4F78-83AF-448916D4A134}" srcOrd="1" destOrd="0" presId="urn:microsoft.com/office/officeart/2005/8/layout/radial1"/>
    <dgm:cxn modelId="{582FF2D6-2263-4D04-A354-0682A6AC7F55}" type="presParOf" srcId="{796EBED8-C8DA-4F78-83AF-448916D4A134}" destId="{66793EA3-F403-43E7-B4CF-7FD1081D3D53}" srcOrd="0" destOrd="0" presId="urn:microsoft.com/office/officeart/2005/8/layout/radial1"/>
    <dgm:cxn modelId="{3674A624-6A3C-4E20-A781-6EAB7BCB6131}" type="presParOf" srcId="{79D8CFB6-BCF7-4DDD-B1A8-88315448011D}" destId="{9036CE61-C05B-4AC5-9BD1-32F17C47B5EB}" srcOrd="2" destOrd="0" presId="urn:microsoft.com/office/officeart/2005/8/layout/radial1"/>
    <dgm:cxn modelId="{9D7D52C6-36C1-4804-BA71-08EE7CF5D95E}" type="presParOf" srcId="{79D8CFB6-BCF7-4DDD-B1A8-88315448011D}" destId="{2004E3B5-231C-49D6-901E-AD5F5C685FE8}" srcOrd="3" destOrd="0" presId="urn:microsoft.com/office/officeart/2005/8/layout/radial1"/>
    <dgm:cxn modelId="{FD9D8587-35D8-4B86-A0F6-2DA10DE37212}" type="presParOf" srcId="{2004E3B5-231C-49D6-901E-AD5F5C685FE8}" destId="{D9D041AC-94F3-425B-9614-9B1345133F08}" srcOrd="0" destOrd="0" presId="urn:microsoft.com/office/officeart/2005/8/layout/radial1"/>
    <dgm:cxn modelId="{A2DE620A-439D-4821-A5D1-14F9CBE737BE}" type="presParOf" srcId="{79D8CFB6-BCF7-4DDD-B1A8-88315448011D}" destId="{FD751BA1-80C6-4CF8-80E6-5D30E8F191C6}" srcOrd="4" destOrd="0" presId="urn:microsoft.com/office/officeart/2005/8/layout/radial1"/>
    <dgm:cxn modelId="{1187CC09-DDA6-4AEB-AD8C-87BCC03C117F}" type="presParOf" srcId="{79D8CFB6-BCF7-4DDD-B1A8-88315448011D}" destId="{81DF614A-8889-401A-8144-BE9C402707A1}" srcOrd="5" destOrd="0" presId="urn:microsoft.com/office/officeart/2005/8/layout/radial1"/>
    <dgm:cxn modelId="{3B7B696B-756F-485F-8EFB-E393F84CA316}" type="presParOf" srcId="{81DF614A-8889-401A-8144-BE9C402707A1}" destId="{6DD169E7-B6D4-4C1E-9466-81C648257F8D}" srcOrd="0" destOrd="0" presId="urn:microsoft.com/office/officeart/2005/8/layout/radial1"/>
    <dgm:cxn modelId="{D44B7B0D-1112-42D1-829C-DF21A0C83065}" type="presParOf" srcId="{79D8CFB6-BCF7-4DDD-B1A8-88315448011D}" destId="{14F0B694-529D-44EE-BC03-FF0C7DAE6423}" srcOrd="6" destOrd="0" presId="urn:microsoft.com/office/officeart/2005/8/layout/radial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4AB8AC-6F72-43C9-A88C-30F668665FE4}">
      <dsp:nvSpPr>
        <dsp:cNvPr id="0" name=""/>
        <dsp:cNvSpPr/>
      </dsp:nvSpPr>
      <dsp:spPr>
        <a:xfrm>
          <a:off x="1436520" y="1846552"/>
          <a:ext cx="1259222" cy="125922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kern="1200" cap="none" normalizeH="0" baseline="0">
              <a:ln>
                <a:noFill/>
              </a:ln>
              <a:solidFill>
                <a:schemeClr val="tx1"/>
              </a:solidFill>
              <a:effectLst/>
              <a:latin typeface="Arial" charset="0"/>
              <a:cs typeface="Arial" charset="0"/>
            </a:rPr>
            <a:t>Sample</a:t>
          </a:r>
        </a:p>
      </dsp:txBody>
      <dsp:txXfrm>
        <a:off x="1620929" y="2030961"/>
        <a:ext cx="890404" cy="890404"/>
      </dsp:txXfrm>
    </dsp:sp>
    <dsp:sp modelId="{796EBED8-C8DA-4F78-83AF-448916D4A134}">
      <dsp:nvSpPr>
        <dsp:cNvPr id="0" name=""/>
        <dsp:cNvSpPr/>
      </dsp:nvSpPr>
      <dsp:spPr>
        <a:xfrm rot="16200000">
          <a:off x="1875678" y="1628673"/>
          <a:ext cx="380906" cy="54851"/>
        </a:xfrm>
        <a:custGeom>
          <a:avLst/>
          <a:gdLst/>
          <a:ahLst/>
          <a:cxnLst/>
          <a:rect l="0" t="0" r="0" b="0"/>
          <a:pathLst>
            <a:path>
              <a:moveTo>
                <a:pt x="0" y="27425"/>
              </a:moveTo>
              <a:lnTo>
                <a:pt x="380906" y="2742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6608" y="1646576"/>
        <a:ext cx="19045" cy="19045"/>
      </dsp:txXfrm>
    </dsp:sp>
    <dsp:sp modelId="{9036CE61-C05B-4AC5-9BD1-32F17C47B5EB}">
      <dsp:nvSpPr>
        <dsp:cNvPr id="0" name=""/>
        <dsp:cNvSpPr/>
      </dsp:nvSpPr>
      <dsp:spPr>
        <a:xfrm>
          <a:off x="1436520" y="206423"/>
          <a:ext cx="1259222" cy="125922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kern="1200" cap="none" normalizeH="0" baseline="0">
              <a:ln>
                <a:noFill/>
              </a:ln>
              <a:solidFill>
                <a:schemeClr val="tx1"/>
              </a:solidFill>
              <a:effectLst/>
              <a:latin typeface="Arial" charset="0"/>
              <a:cs typeface="Arial" charset="0"/>
            </a:rPr>
            <a:t>Sample</a:t>
          </a:r>
        </a:p>
      </dsp:txBody>
      <dsp:txXfrm>
        <a:off x="1620929" y="390832"/>
        <a:ext cx="890404" cy="890404"/>
      </dsp:txXfrm>
    </dsp:sp>
    <dsp:sp modelId="{2004E3B5-231C-49D6-901E-AD5F5C685FE8}">
      <dsp:nvSpPr>
        <dsp:cNvPr id="0" name=""/>
        <dsp:cNvSpPr/>
      </dsp:nvSpPr>
      <dsp:spPr>
        <a:xfrm rot="1800000">
          <a:off x="2585874" y="2858770"/>
          <a:ext cx="380906" cy="54851"/>
        </a:xfrm>
        <a:custGeom>
          <a:avLst/>
          <a:gdLst/>
          <a:ahLst/>
          <a:cxnLst/>
          <a:rect l="0" t="0" r="0" b="0"/>
          <a:pathLst>
            <a:path>
              <a:moveTo>
                <a:pt x="0" y="27425"/>
              </a:moveTo>
              <a:lnTo>
                <a:pt x="380906" y="2742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66805" y="2876673"/>
        <a:ext cx="19045" cy="19045"/>
      </dsp:txXfrm>
    </dsp:sp>
    <dsp:sp modelId="{FD751BA1-80C6-4CF8-80E6-5D30E8F191C6}">
      <dsp:nvSpPr>
        <dsp:cNvPr id="0" name=""/>
        <dsp:cNvSpPr/>
      </dsp:nvSpPr>
      <dsp:spPr>
        <a:xfrm>
          <a:off x="2856913" y="2666617"/>
          <a:ext cx="1259222" cy="125922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kern="1200" cap="none" normalizeH="0" baseline="0">
              <a:ln>
                <a:noFill/>
              </a:ln>
              <a:solidFill>
                <a:schemeClr val="tx1"/>
              </a:solidFill>
              <a:effectLst/>
              <a:latin typeface="Arial" charset="0"/>
              <a:cs typeface="Arial" charset="0"/>
            </a:rPr>
            <a:t>Sample</a:t>
          </a:r>
        </a:p>
      </dsp:txBody>
      <dsp:txXfrm>
        <a:off x="3041322" y="2851026"/>
        <a:ext cx="890404" cy="890404"/>
      </dsp:txXfrm>
    </dsp:sp>
    <dsp:sp modelId="{81DF614A-8889-401A-8144-BE9C402707A1}">
      <dsp:nvSpPr>
        <dsp:cNvPr id="0" name=""/>
        <dsp:cNvSpPr/>
      </dsp:nvSpPr>
      <dsp:spPr>
        <a:xfrm rot="9000000">
          <a:off x="1165481" y="2858770"/>
          <a:ext cx="380906" cy="54851"/>
        </a:xfrm>
        <a:custGeom>
          <a:avLst/>
          <a:gdLst/>
          <a:ahLst/>
          <a:cxnLst/>
          <a:rect l="0" t="0" r="0" b="0"/>
          <a:pathLst>
            <a:path>
              <a:moveTo>
                <a:pt x="0" y="27425"/>
              </a:moveTo>
              <a:lnTo>
                <a:pt x="380906" y="2742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346412" y="2876673"/>
        <a:ext cx="19045" cy="19045"/>
      </dsp:txXfrm>
    </dsp:sp>
    <dsp:sp modelId="{14F0B694-529D-44EE-BC03-FF0C7DAE6423}">
      <dsp:nvSpPr>
        <dsp:cNvPr id="0" name=""/>
        <dsp:cNvSpPr/>
      </dsp:nvSpPr>
      <dsp:spPr>
        <a:xfrm>
          <a:off x="16126" y="2666617"/>
          <a:ext cx="1259222" cy="125922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0" i="0" u="none" strike="noStrike" kern="1200" cap="none" normalizeH="0" baseline="0">
              <a:ln>
                <a:noFill/>
              </a:ln>
              <a:solidFill>
                <a:schemeClr val="tx1"/>
              </a:solidFill>
              <a:effectLst/>
              <a:latin typeface="Arial" charset="0"/>
              <a:cs typeface="Arial" charset="0"/>
            </a:rPr>
            <a:t>Sample</a:t>
          </a:r>
        </a:p>
      </dsp:txBody>
      <dsp:txXfrm>
        <a:off x="200535" y="2851026"/>
        <a:ext cx="890404" cy="890404"/>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E6EB2B27-8C20-D14C-AD9E-C5C05F05C31C}"/>
              </a:ext>
            </a:extLst>
          </p:cNvPr>
          <p:cNvSpPr>
            <a:spLocks noGrp="1" noChangeArrowheads="1"/>
          </p:cNvSpPr>
          <p:nvPr>
            <p:ph type="hdr" sz="quarter"/>
          </p:nvPr>
        </p:nvSpPr>
        <p:spPr bwMode="auto">
          <a:xfrm>
            <a:off x="0" y="0"/>
            <a:ext cx="13974763" cy="2160588"/>
          </a:xfrm>
          <a:prstGeom prst="rect">
            <a:avLst/>
          </a:prstGeom>
          <a:noFill/>
          <a:ln w="9525">
            <a:noFill/>
            <a:miter lim="800000"/>
            <a:headEnd/>
            <a:tailEnd/>
          </a:ln>
          <a:effectLst/>
        </p:spPr>
        <p:txBody>
          <a:bodyPr vert="horz" wrap="square" lIns="431249" tIns="215625" rIns="431249" bIns="215625" numCol="1" anchor="t" anchorCtr="0" compatLnSpc="1">
            <a:prstTxWarp prst="textNoShape">
              <a:avLst/>
            </a:prstTxWarp>
          </a:bodyPr>
          <a:lstStyle>
            <a:lvl1pPr algn="l" eaLnBrk="1" hangingPunct="1">
              <a:defRPr sz="5700">
                <a:latin typeface="Arial" charset="0"/>
              </a:defRPr>
            </a:lvl1pPr>
          </a:lstStyle>
          <a:p>
            <a:pPr>
              <a:defRPr/>
            </a:pPr>
            <a:endParaRPr lang="en-US"/>
          </a:p>
        </p:txBody>
      </p:sp>
      <p:sp>
        <p:nvSpPr>
          <p:cNvPr id="145411" name="Rectangle 3">
            <a:extLst>
              <a:ext uri="{FF2B5EF4-FFF2-40B4-BE49-F238E27FC236}">
                <a16:creationId xmlns:a16="http://schemas.microsoft.com/office/drawing/2014/main" id="{634D51A7-AF43-FF43-876A-69B77407D0EE}"/>
              </a:ext>
            </a:extLst>
          </p:cNvPr>
          <p:cNvSpPr>
            <a:spLocks noGrp="1" noChangeArrowheads="1"/>
          </p:cNvSpPr>
          <p:nvPr>
            <p:ph type="dt" idx="1"/>
          </p:nvPr>
        </p:nvSpPr>
        <p:spPr bwMode="auto">
          <a:xfrm>
            <a:off x="18267363" y="0"/>
            <a:ext cx="13973175" cy="2160588"/>
          </a:xfrm>
          <a:prstGeom prst="rect">
            <a:avLst/>
          </a:prstGeom>
          <a:noFill/>
          <a:ln w="9525">
            <a:noFill/>
            <a:miter lim="800000"/>
            <a:headEnd/>
            <a:tailEnd/>
          </a:ln>
          <a:effectLst/>
        </p:spPr>
        <p:txBody>
          <a:bodyPr vert="horz" wrap="square" lIns="431249" tIns="215625" rIns="431249" bIns="215625" numCol="1" anchor="t" anchorCtr="0" compatLnSpc="1">
            <a:prstTxWarp prst="textNoShape">
              <a:avLst/>
            </a:prstTxWarp>
          </a:bodyPr>
          <a:lstStyle>
            <a:lvl1pPr algn="r" eaLnBrk="1" hangingPunct="1">
              <a:defRPr sz="5700">
                <a:latin typeface="Arial" charset="0"/>
              </a:defRPr>
            </a:lvl1pPr>
          </a:lstStyle>
          <a:p>
            <a:pPr>
              <a:defRPr/>
            </a:pPr>
            <a:endParaRPr lang="en-US"/>
          </a:p>
        </p:txBody>
      </p:sp>
      <p:sp>
        <p:nvSpPr>
          <p:cNvPr id="12292" name="Rectangle 4">
            <a:extLst>
              <a:ext uri="{FF2B5EF4-FFF2-40B4-BE49-F238E27FC236}">
                <a16:creationId xmlns:a16="http://schemas.microsoft.com/office/drawing/2014/main" id="{8AD6082A-1937-AC4D-BE94-67E63F33D1E4}"/>
              </a:ext>
            </a:extLst>
          </p:cNvPr>
          <p:cNvSpPr>
            <a:spLocks noGrp="1" noRot="1" noChangeAspect="1" noChangeArrowheads="1" noTextEdit="1"/>
          </p:cNvSpPr>
          <p:nvPr>
            <p:ph type="sldImg" idx="2"/>
          </p:nvPr>
        </p:nvSpPr>
        <p:spPr bwMode="auto">
          <a:xfrm>
            <a:off x="5319713" y="3241675"/>
            <a:ext cx="21609050" cy="162083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3" name="Rectangle 5">
            <a:extLst>
              <a:ext uri="{FF2B5EF4-FFF2-40B4-BE49-F238E27FC236}">
                <a16:creationId xmlns:a16="http://schemas.microsoft.com/office/drawing/2014/main" id="{5D6CA042-04CC-F745-9B38-C41B84F8863E}"/>
              </a:ext>
            </a:extLst>
          </p:cNvPr>
          <p:cNvSpPr>
            <a:spLocks noGrp="1" noChangeArrowheads="1"/>
          </p:cNvSpPr>
          <p:nvPr>
            <p:ph type="body" sz="quarter" idx="3"/>
          </p:nvPr>
        </p:nvSpPr>
        <p:spPr bwMode="auto">
          <a:xfrm>
            <a:off x="3224213" y="20529550"/>
            <a:ext cx="25800050" cy="19450050"/>
          </a:xfrm>
          <a:prstGeom prst="rect">
            <a:avLst/>
          </a:prstGeom>
          <a:noFill/>
          <a:ln w="9525">
            <a:noFill/>
            <a:miter lim="800000"/>
            <a:headEnd/>
            <a:tailEnd/>
          </a:ln>
          <a:effectLst/>
        </p:spPr>
        <p:txBody>
          <a:bodyPr vert="horz" wrap="square" lIns="431249" tIns="215625" rIns="431249" bIns="21562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5414" name="Rectangle 6">
            <a:extLst>
              <a:ext uri="{FF2B5EF4-FFF2-40B4-BE49-F238E27FC236}">
                <a16:creationId xmlns:a16="http://schemas.microsoft.com/office/drawing/2014/main" id="{4448337A-BF8B-8D43-ABB7-60ED44E22DA6}"/>
              </a:ext>
            </a:extLst>
          </p:cNvPr>
          <p:cNvSpPr>
            <a:spLocks noGrp="1" noChangeArrowheads="1"/>
          </p:cNvSpPr>
          <p:nvPr>
            <p:ph type="ftr" sz="quarter" idx="4"/>
          </p:nvPr>
        </p:nvSpPr>
        <p:spPr bwMode="auto">
          <a:xfrm>
            <a:off x="0" y="41052750"/>
            <a:ext cx="13974763" cy="2160588"/>
          </a:xfrm>
          <a:prstGeom prst="rect">
            <a:avLst/>
          </a:prstGeom>
          <a:noFill/>
          <a:ln w="9525">
            <a:noFill/>
            <a:miter lim="800000"/>
            <a:headEnd/>
            <a:tailEnd/>
          </a:ln>
          <a:effectLst/>
        </p:spPr>
        <p:txBody>
          <a:bodyPr vert="horz" wrap="square" lIns="431249" tIns="215625" rIns="431249" bIns="215625" numCol="1" anchor="b" anchorCtr="0" compatLnSpc="1">
            <a:prstTxWarp prst="textNoShape">
              <a:avLst/>
            </a:prstTxWarp>
          </a:bodyPr>
          <a:lstStyle>
            <a:lvl1pPr algn="l" eaLnBrk="1" hangingPunct="1">
              <a:defRPr sz="5700">
                <a:latin typeface="Arial" charset="0"/>
              </a:defRPr>
            </a:lvl1pPr>
          </a:lstStyle>
          <a:p>
            <a:pPr>
              <a:defRPr/>
            </a:pPr>
            <a:endParaRPr lang="en-US"/>
          </a:p>
        </p:txBody>
      </p:sp>
      <p:sp>
        <p:nvSpPr>
          <p:cNvPr id="145415" name="Rectangle 7">
            <a:extLst>
              <a:ext uri="{FF2B5EF4-FFF2-40B4-BE49-F238E27FC236}">
                <a16:creationId xmlns:a16="http://schemas.microsoft.com/office/drawing/2014/main" id="{25178CA4-F6A8-4C48-B3FE-97040D3F6523}"/>
              </a:ext>
            </a:extLst>
          </p:cNvPr>
          <p:cNvSpPr>
            <a:spLocks noGrp="1" noChangeArrowheads="1"/>
          </p:cNvSpPr>
          <p:nvPr>
            <p:ph type="sldNum" sz="quarter" idx="5"/>
          </p:nvPr>
        </p:nvSpPr>
        <p:spPr bwMode="auto">
          <a:xfrm>
            <a:off x="18267363" y="41052750"/>
            <a:ext cx="13973175" cy="2160588"/>
          </a:xfrm>
          <a:prstGeom prst="rect">
            <a:avLst/>
          </a:prstGeom>
          <a:noFill/>
          <a:ln w="9525">
            <a:noFill/>
            <a:miter lim="800000"/>
            <a:headEnd/>
            <a:tailEnd/>
          </a:ln>
          <a:effectLst/>
        </p:spPr>
        <p:txBody>
          <a:bodyPr vert="horz" wrap="square" lIns="431249" tIns="215625" rIns="431249" bIns="215625" numCol="1" anchor="b" anchorCtr="0" compatLnSpc="1">
            <a:prstTxWarp prst="textNoShape">
              <a:avLst/>
            </a:prstTxWarp>
          </a:bodyPr>
          <a:lstStyle>
            <a:lvl1pPr algn="r" eaLnBrk="1" hangingPunct="1">
              <a:defRPr sz="5700">
                <a:latin typeface="Arial" panose="020B0604020202020204" pitchFamily="34" charset="0"/>
              </a:defRPr>
            </a:lvl1pPr>
          </a:lstStyle>
          <a:p>
            <a:fld id="{A4902B86-E05F-844B-8C6F-64975A18E35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E005902D-66C8-EE42-95C9-DCCDD8634B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760F54B-8685-EF4A-ADCD-A02698680B2D}" type="slidenum">
              <a:rPr lang="en-US" altLang="en-US" sz="5700"/>
              <a:pPr>
                <a:spcBef>
                  <a:spcPct val="0"/>
                </a:spcBef>
              </a:pPr>
              <a:t>1</a:t>
            </a:fld>
            <a:endParaRPr lang="en-US" altLang="en-US" sz="5700"/>
          </a:p>
        </p:txBody>
      </p:sp>
      <p:sp>
        <p:nvSpPr>
          <p:cNvPr id="14339" name="Rectangle 2">
            <a:extLst>
              <a:ext uri="{FF2B5EF4-FFF2-40B4-BE49-F238E27FC236}">
                <a16:creationId xmlns:a16="http://schemas.microsoft.com/office/drawing/2014/main" id="{2D279120-20C6-654C-A084-6806A2C483F0}"/>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07568436-8E50-C942-AE18-BB9DCBDD9C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903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25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336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1566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448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691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236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361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523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1610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98357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06FEBCC8-E66B-DD4B-84CC-8E3CD4C5143A}"/>
              </a:ext>
            </a:extLst>
          </p:cNvPr>
          <p:cNvSpPr>
            <a:spLocks noChangeArrowheads="1"/>
          </p:cNvSpPr>
          <p:nvPr userDrawn="1"/>
        </p:nvSpPr>
        <p:spPr bwMode="auto">
          <a:xfrm>
            <a:off x="0" y="4953000"/>
            <a:ext cx="43891200" cy="27965400"/>
          </a:xfrm>
          <a:prstGeom prst="rect">
            <a:avLst/>
          </a:prstGeom>
          <a:solidFill>
            <a:srgbClr val="AABAC9"/>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7" name="Rectangle 8">
            <a:extLst>
              <a:ext uri="{FF2B5EF4-FFF2-40B4-BE49-F238E27FC236}">
                <a16:creationId xmlns:a16="http://schemas.microsoft.com/office/drawing/2014/main" id="{8E316C8B-F4DF-8847-A820-7C3FC407A419}"/>
              </a:ext>
            </a:extLst>
          </p:cNvPr>
          <p:cNvSpPr>
            <a:spLocks noChangeArrowheads="1"/>
          </p:cNvSpPr>
          <p:nvPr userDrawn="1"/>
        </p:nvSpPr>
        <p:spPr bwMode="auto">
          <a:xfrm>
            <a:off x="0" y="0"/>
            <a:ext cx="43891200" cy="4770438"/>
          </a:xfrm>
          <a:prstGeom prst="rect">
            <a:avLst/>
          </a:prstGeom>
          <a:solidFill>
            <a:srgbClr val="9CAFC0"/>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8" name="Rectangle 9">
            <a:extLst>
              <a:ext uri="{FF2B5EF4-FFF2-40B4-BE49-F238E27FC236}">
                <a16:creationId xmlns:a16="http://schemas.microsoft.com/office/drawing/2014/main" id="{BC54D1D2-219D-FA4E-80A3-E1C554415129}"/>
              </a:ext>
            </a:extLst>
          </p:cNvPr>
          <p:cNvSpPr>
            <a:spLocks noChangeArrowheads="1"/>
          </p:cNvSpPr>
          <p:nvPr userDrawn="1"/>
        </p:nvSpPr>
        <p:spPr bwMode="auto">
          <a:xfrm>
            <a:off x="0" y="4800600"/>
            <a:ext cx="43891200" cy="182563"/>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9" name="Rectangle 10">
            <a:extLst>
              <a:ext uri="{FF2B5EF4-FFF2-40B4-BE49-F238E27FC236}">
                <a16:creationId xmlns:a16="http://schemas.microsoft.com/office/drawing/2014/main" id="{4183D612-B922-D348-8EAB-0FBB6E358D6A}"/>
              </a:ext>
            </a:extLst>
          </p:cNvPr>
          <p:cNvSpPr>
            <a:spLocks noChangeArrowheads="1"/>
          </p:cNvSpPr>
          <p:nvPr userDrawn="1"/>
        </p:nvSpPr>
        <p:spPr bwMode="auto">
          <a:xfrm>
            <a:off x="685800" y="5638800"/>
            <a:ext cx="9982200" cy="26547763"/>
          </a:xfrm>
          <a:prstGeom prst="rect">
            <a:avLst/>
          </a:prstGeom>
          <a:solidFill>
            <a:srgbClr val="ECECEC"/>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30" name="Rectangle 11">
            <a:extLst>
              <a:ext uri="{FF2B5EF4-FFF2-40B4-BE49-F238E27FC236}">
                <a16:creationId xmlns:a16="http://schemas.microsoft.com/office/drawing/2014/main" id="{53929913-1618-C741-AB9E-421930A7E102}"/>
              </a:ext>
            </a:extLst>
          </p:cNvPr>
          <p:cNvSpPr>
            <a:spLocks noChangeArrowheads="1"/>
          </p:cNvSpPr>
          <p:nvPr userDrawn="1"/>
        </p:nvSpPr>
        <p:spPr bwMode="auto">
          <a:xfrm>
            <a:off x="11483975" y="5638800"/>
            <a:ext cx="9982200" cy="26547763"/>
          </a:xfrm>
          <a:prstGeom prst="rect">
            <a:avLst/>
          </a:prstGeom>
          <a:solidFill>
            <a:srgbClr val="ECECEC"/>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31" name="Rectangle 12">
            <a:extLst>
              <a:ext uri="{FF2B5EF4-FFF2-40B4-BE49-F238E27FC236}">
                <a16:creationId xmlns:a16="http://schemas.microsoft.com/office/drawing/2014/main" id="{8D0AF7CC-870D-5648-BBD3-E3E9217E9BAF}"/>
              </a:ext>
            </a:extLst>
          </p:cNvPr>
          <p:cNvSpPr>
            <a:spLocks noChangeArrowheads="1"/>
          </p:cNvSpPr>
          <p:nvPr userDrawn="1"/>
        </p:nvSpPr>
        <p:spPr bwMode="auto">
          <a:xfrm>
            <a:off x="22272625" y="5638800"/>
            <a:ext cx="9982200" cy="26547763"/>
          </a:xfrm>
          <a:prstGeom prst="rect">
            <a:avLst/>
          </a:prstGeom>
          <a:solidFill>
            <a:srgbClr val="ECECEC"/>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32" name="Rectangle 13">
            <a:extLst>
              <a:ext uri="{FF2B5EF4-FFF2-40B4-BE49-F238E27FC236}">
                <a16:creationId xmlns:a16="http://schemas.microsoft.com/office/drawing/2014/main" id="{018700EF-4F91-0045-8A14-84C58FA84FE3}"/>
              </a:ext>
            </a:extLst>
          </p:cNvPr>
          <p:cNvSpPr>
            <a:spLocks noChangeArrowheads="1"/>
          </p:cNvSpPr>
          <p:nvPr userDrawn="1"/>
        </p:nvSpPr>
        <p:spPr bwMode="auto">
          <a:xfrm>
            <a:off x="33070800" y="5638800"/>
            <a:ext cx="9982200" cy="26547763"/>
          </a:xfrm>
          <a:prstGeom prst="rect">
            <a:avLst/>
          </a:prstGeom>
          <a:solidFill>
            <a:srgbClr val="ECECEC"/>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33" name="Text Box 14">
            <a:extLst>
              <a:ext uri="{FF2B5EF4-FFF2-40B4-BE49-F238E27FC236}">
                <a16:creationId xmlns:a16="http://schemas.microsoft.com/office/drawing/2014/main" id="{1C4A6739-4903-7546-8311-DBD77E0C8639}"/>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0"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7">
            <a:extLst>
              <a:ext uri="{FF2B5EF4-FFF2-40B4-BE49-F238E27FC236}">
                <a16:creationId xmlns:a16="http://schemas.microsoft.com/office/drawing/2014/main" id="{C7D57CB3-E001-DD47-8E7C-9CCEF7616050}"/>
              </a:ext>
            </a:extLst>
          </p:cNvPr>
          <p:cNvSpPr>
            <a:spLocks noChangeArrowheads="1"/>
          </p:cNvSpPr>
          <p:nvPr userDrawn="1"/>
        </p:nvSpPr>
        <p:spPr bwMode="auto">
          <a:xfrm>
            <a:off x="0" y="4953000"/>
            <a:ext cx="43891200" cy="27965400"/>
          </a:xfrm>
          <a:prstGeom prst="rect">
            <a:avLst/>
          </a:prstGeom>
          <a:solidFill>
            <a:srgbClr val="C5C19D"/>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2051" name="Rectangle 8">
            <a:extLst>
              <a:ext uri="{FF2B5EF4-FFF2-40B4-BE49-F238E27FC236}">
                <a16:creationId xmlns:a16="http://schemas.microsoft.com/office/drawing/2014/main" id="{13843FA4-AA8C-214C-A0E5-07EFDEA90A0E}"/>
              </a:ext>
            </a:extLst>
          </p:cNvPr>
          <p:cNvSpPr>
            <a:spLocks noChangeArrowheads="1"/>
          </p:cNvSpPr>
          <p:nvPr userDrawn="1"/>
        </p:nvSpPr>
        <p:spPr bwMode="auto">
          <a:xfrm>
            <a:off x="0" y="0"/>
            <a:ext cx="43891200" cy="4770438"/>
          </a:xfrm>
          <a:prstGeom prst="rect">
            <a:avLst/>
          </a:prstGeom>
          <a:solidFill>
            <a:srgbClr val="C5C19D"/>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2052" name="Rectangle 9">
            <a:extLst>
              <a:ext uri="{FF2B5EF4-FFF2-40B4-BE49-F238E27FC236}">
                <a16:creationId xmlns:a16="http://schemas.microsoft.com/office/drawing/2014/main" id="{7C8A481B-AF09-2B48-BCE5-ADF017874DB0}"/>
              </a:ext>
            </a:extLst>
          </p:cNvPr>
          <p:cNvSpPr>
            <a:spLocks noChangeArrowheads="1"/>
          </p:cNvSpPr>
          <p:nvPr userDrawn="1"/>
        </p:nvSpPr>
        <p:spPr bwMode="auto">
          <a:xfrm>
            <a:off x="0" y="4800600"/>
            <a:ext cx="43891200" cy="182563"/>
          </a:xfrm>
          <a:prstGeom prst="rect">
            <a:avLst/>
          </a:prstGeom>
          <a:solidFill>
            <a:srgbClr val="3A1807"/>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2053" name="Rectangle 10">
            <a:extLst>
              <a:ext uri="{FF2B5EF4-FFF2-40B4-BE49-F238E27FC236}">
                <a16:creationId xmlns:a16="http://schemas.microsoft.com/office/drawing/2014/main" id="{AF9D5835-E8A8-A34E-9EE9-029A46B439A7}"/>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9F995F"/>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2054" name="Rectangle 11">
            <a:extLst>
              <a:ext uri="{FF2B5EF4-FFF2-40B4-BE49-F238E27FC236}">
                <a16:creationId xmlns:a16="http://schemas.microsoft.com/office/drawing/2014/main" id="{F2D7875B-A1B3-324E-A77A-976E66E15131}"/>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9F995F"/>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2055" name="Rectangle 12">
            <a:extLst>
              <a:ext uri="{FF2B5EF4-FFF2-40B4-BE49-F238E27FC236}">
                <a16:creationId xmlns:a16="http://schemas.microsoft.com/office/drawing/2014/main" id="{FF4184BA-231B-A447-97E3-20E24AE4BDB1}"/>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9F995F"/>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2056" name="Rectangle 13">
            <a:extLst>
              <a:ext uri="{FF2B5EF4-FFF2-40B4-BE49-F238E27FC236}">
                <a16:creationId xmlns:a16="http://schemas.microsoft.com/office/drawing/2014/main" id="{0864878E-5D64-0945-B1BF-4B86D79F6731}"/>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9F995F"/>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2057" name="Text Box 14">
            <a:extLst>
              <a:ext uri="{FF2B5EF4-FFF2-40B4-BE49-F238E27FC236}">
                <a16:creationId xmlns:a16="http://schemas.microsoft.com/office/drawing/2014/main" id="{E441D5D7-E53C-6747-B26D-B3440402E558}"/>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1"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377B2F32-2541-8B48-90D9-87AC80709BD3}"/>
              </a:ext>
            </a:extLst>
          </p:cNvPr>
          <p:cNvSpPr>
            <a:spLocks noChangeArrowheads="1"/>
          </p:cNvSpPr>
          <p:nvPr userDrawn="1"/>
        </p:nvSpPr>
        <p:spPr bwMode="auto">
          <a:xfrm>
            <a:off x="0" y="4953000"/>
            <a:ext cx="43891200" cy="27965400"/>
          </a:xfrm>
          <a:prstGeom prst="rect">
            <a:avLst/>
          </a:prstGeom>
          <a:solidFill>
            <a:srgbClr val="DFD2EA"/>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3075" name="Rectangle 8">
            <a:extLst>
              <a:ext uri="{FF2B5EF4-FFF2-40B4-BE49-F238E27FC236}">
                <a16:creationId xmlns:a16="http://schemas.microsoft.com/office/drawing/2014/main" id="{915E01E1-705C-0244-8A3B-F21D3290D0DF}"/>
              </a:ext>
            </a:extLst>
          </p:cNvPr>
          <p:cNvSpPr>
            <a:spLocks noChangeArrowheads="1"/>
          </p:cNvSpPr>
          <p:nvPr userDrawn="1"/>
        </p:nvSpPr>
        <p:spPr bwMode="auto">
          <a:xfrm>
            <a:off x="0" y="0"/>
            <a:ext cx="43891200" cy="4770438"/>
          </a:xfrm>
          <a:prstGeom prst="rect">
            <a:avLst/>
          </a:prstGeom>
          <a:gradFill rotWithShape="0">
            <a:gsLst>
              <a:gs pos="0">
                <a:srgbClr val="986FB9"/>
              </a:gs>
              <a:gs pos="100000">
                <a:srgbClr val="D6C5E1"/>
              </a:gs>
            </a:gsLst>
            <a:lin ang="5400000"/>
          </a:gra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3076" name="Rectangle 9">
            <a:extLst>
              <a:ext uri="{FF2B5EF4-FFF2-40B4-BE49-F238E27FC236}">
                <a16:creationId xmlns:a16="http://schemas.microsoft.com/office/drawing/2014/main" id="{B2C10437-524D-4C4A-9151-2745FE63C51C}"/>
              </a:ext>
            </a:extLst>
          </p:cNvPr>
          <p:cNvSpPr>
            <a:spLocks noChangeArrowheads="1"/>
          </p:cNvSpPr>
          <p:nvPr userDrawn="1"/>
        </p:nvSpPr>
        <p:spPr bwMode="auto">
          <a:xfrm>
            <a:off x="0" y="4800600"/>
            <a:ext cx="43891200" cy="182563"/>
          </a:xfrm>
          <a:prstGeom prst="rect">
            <a:avLst/>
          </a:prstGeom>
          <a:solidFill>
            <a:srgbClr val="7030A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3077" name="Rectangle 10">
            <a:extLst>
              <a:ext uri="{FF2B5EF4-FFF2-40B4-BE49-F238E27FC236}">
                <a16:creationId xmlns:a16="http://schemas.microsoft.com/office/drawing/2014/main" id="{1174FD5A-29D0-A84B-8957-7E1F48C729C2}"/>
              </a:ext>
            </a:extLst>
          </p:cNvPr>
          <p:cNvSpPr>
            <a:spLocks noChangeArrowheads="1"/>
          </p:cNvSpPr>
          <p:nvPr userDrawn="1"/>
        </p:nvSpPr>
        <p:spPr bwMode="auto">
          <a:xfrm>
            <a:off x="685800" y="5638800"/>
            <a:ext cx="9982200" cy="26547763"/>
          </a:xfrm>
          <a:prstGeom prst="rect">
            <a:avLst/>
          </a:prstGeom>
          <a:solidFill>
            <a:srgbClr val="ECECEC"/>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3078" name="Rectangle 11">
            <a:extLst>
              <a:ext uri="{FF2B5EF4-FFF2-40B4-BE49-F238E27FC236}">
                <a16:creationId xmlns:a16="http://schemas.microsoft.com/office/drawing/2014/main" id="{66B028A8-CB48-6044-81FC-106C0D3CAD97}"/>
              </a:ext>
            </a:extLst>
          </p:cNvPr>
          <p:cNvSpPr>
            <a:spLocks noChangeArrowheads="1"/>
          </p:cNvSpPr>
          <p:nvPr userDrawn="1"/>
        </p:nvSpPr>
        <p:spPr bwMode="auto">
          <a:xfrm>
            <a:off x="11483975" y="5638800"/>
            <a:ext cx="9982200" cy="26547763"/>
          </a:xfrm>
          <a:prstGeom prst="rect">
            <a:avLst/>
          </a:prstGeom>
          <a:solidFill>
            <a:srgbClr val="ECECEC"/>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3079" name="Rectangle 12">
            <a:extLst>
              <a:ext uri="{FF2B5EF4-FFF2-40B4-BE49-F238E27FC236}">
                <a16:creationId xmlns:a16="http://schemas.microsoft.com/office/drawing/2014/main" id="{64918AB6-DF75-224A-9AB8-6B9B34EC0435}"/>
              </a:ext>
            </a:extLst>
          </p:cNvPr>
          <p:cNvSpPr>
            <a:spLocks noChangeArrowheads="1"/>
          </p:cNvSpPr>
          <p:nvPr userDrawn="1"/>
        </p:nvSpPr>
        <p:spPr bwMode="auto">
          <a:xfrm>
            <a:off x="22272625" y="5638800"/>
            <a:ext cx="9982200" cy="26547763"/>
          </a:xfrm>
          <a:prstGeom prst="rect">
            <a:avLst/>
          </a:prstGeom>
          <a:solidFill>
            <a:srgbClr val="ECECEC"/>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3080" name="Rectangle 13">
            <a:extLst>
              <a:ext uri="{FF2B5EF4-FFF2-40B4-BE49-F238E27FC236}">
                <a16:creationId xmlns:a16="http://schemas.microsoft.com/office/drawing/2014/main" id="{12E29272-D31D-4944-ACFA-5393688AD761}"/>
              </a:ext>
            </a:extLst>
          </p:cNvPr>
          <p:cNvSpPr>
            <a:spLocks noChangeArrowheads="1"/>
          </p:cNvSpPr>
          <p:nvPr userDrawn="1"/>
        </p:nvSpPr>
        <p:spPr bwMode="auto">
          <a:xfrm>
            <a:off x="33070800" y="5638800"/>
            <a:ext cx="9982200" cy="26547763"/>
          </a:xfrm>
          <a:prstGeom prst="rect">
            <a:avLst/>
          </a:prstGeom>
          <a:solidFill>
            <a:srgbClr val="ECECEC"/>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3081" name="Text Box 14">
            <a:extLst>
              <a:ext uri="{FF2B5EF4-FFF2-40B4-BE49-F238E27FC236}">
                <a16:creationId xmlns:a16="http://schemas.microsoft.com/office/drawing/2014/main" id="{A3113EF9-B4F7-5343-A5D9-D23118F040C1}"/>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2"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CBE1F41C-CAA0-EB44-9048-68723BD262D9}"/>
              </a:ext>
            </a:extLst>
          </p:cNvPr>
          <p:cNvSpPr>
            <a:spLocks noChangeArrowheads="1"/>
          </p:cNvSpPr>
          <p:nvPr userDrawn="1"/>
        </p:nvSpPr>
        <p:spPr bwMode="auto">
          <a:xfrm>
            <a:off x="0" y="4953000"/>
            <a:ext cx="43891200" cy="27965400"/>
          </a:xfrm>
          <a:prstGeom prst="rect">
            <a:avLst/>
          </a:prstGeom>
          <a:solidFill>
            <a:srgbClr val="FFF1C9"/>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86024" name="Rectangle 8">
            <a:extLst>
              <a:ext uri="{FF2B5EF4-FFF2-40B4-BE49-F238E27FC236}">
                <a16:creationId xmlns:a16="http://schemas.microsoft.com/office/drawing/2014/main" id="{0CDA1A32-D00B-7841-A434-1E75C2E9264D}"/>
              </a:ext>
            </a:extLst>
          </p:cNvPr>
          <p:cNvSpPr>
            <a:spLocks noChangeArrowheads="1"/>
          </p:cNvSpPr>
          <p:nvPr userDrawn="1"/>
        </p:nvSpPr>
        <p:spPr bwMode="auto">
          <a:xfrm>
            <a:off x="0" y="0"/>
            <a:ext cx="43891200" cy="4770438"/>
          </a:xfrm>
          <a:prstGeom prst="rect">
            <a:avLst/>
          </a:prstGeom>
          <a:gradFill flip="none" rotWithShape="1">
            <a:gsLst>
              <a:gs pos="0">
                <a:srgbClr val="FFD04B"/>
              </a:gs>
              <a:gs pos="43000">
                <a:srgbClr val="FFDB75"/>
              </a:gs>
              <a:gs pos="100000">
                <a:srgbClr val="FFD04B"/>
              </a:gs>
            </a:gsLst>
            <a:path path="circle">
              <a:fillToRect l="100000" t="100000"/>
            </a:path>
            <a:tileRect r="-100000" b="-100000"/>
          </a:gradFill>
          <a:ln w="9525">
            <a:solidFill>
              <a:schemeClr val="tx1"/>
            </a:solidFill>
            <a:miter lim="800000"/>
            <a:headEnd/>
            <a:tailEnd/>
          </a:ln>
          <a:effectLst/>
        </p:spPr>
        <p:txBody>
          <a:bodyPr wrap="none" anchor="ctr"/>
          <a:lstStyle/>
          <a:p>
            <a:pPr algn="ctr" eaLnBrk="1" hangingPunct="1">
              <a:defRPr/>
            </a:pPr>
            <a:endParaRPr lang="en-US">
              <a:latin typeface="Arial Narrow" panose="020B0606020202030204" pitchFamily="34" charset="0"/>
            </a:endParaRPr>
          </a:p>
        </p:txBody>
      </p:sp>
      <p:sp>
        <p:nvSpPr>
          <p:cNvPr id="4102" name="Rectangle 9">
            <a:extLst>
              <a:ext uri="{FF2B5EF4-FFF2-40B4-BE49-F238E27FC236}">
                <a16:creationId xmlns:a16="http://schemas.microsoft.com/office/drawing/2014/main" id="{AAF7E8F9-FC80-E249-A9AB-E64C6F4FA07A}"/>
              </a:ext>
            </a:extLst>
          </p:cNvPr>
          <p:cNvSpPr>
            <a:spLocks noChangeArrowheads="1"/>
          </p:cNvSpPr>
          <p:nvPr userDrawn="1"/>
        </p:nvSpPr>
        <p:spPr bwMode="auto">
          <a:xfrm>
            <a:off x="0" y="4800600"/>
            <a:ext cx="43891200" cy="182563"/>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4103" name="Text Box 14">
            <a:extLst>
              <a:ext uri="{FF2B5EF4-FFF2-40B4-BE49-F238E27FC236}">
                <a16:creationId xmlns:a16="http://schemas.microsoft.com/office/drawing/2014/main" id="{B138A3D5-ECEF-5D42-89ED-E26585C2DEC6}"/>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
        <p:nvSpPr>
          <p:cNvPr id="4104" name="Rectangle 10">
            <a:extLst>
              <a:ext uri="{FF2B5EF4-FFF2-40B4-BE49-F238E27FC236}">
                <a16:creationId xmlns:a16="http://schemas.microsoft.com/office/drawing/2014/main" id="{733DC8C9-1E32-0D4C-95BC-E7E03B45AC5E}"/>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4105" name="Rectangle 11">
            <a:extLst>
              <a:ext uri="{FF2B5EF4-FFF2-40B4-BE49-F238E27FC236}">
                <a16:creationId xmlns:a16="http://schemas.microsoft.com/office/drawing/2014/main" id="{F373B9B1-BEBD-2042-A416-37A086A52CA7}"/>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4106" name="Rectangle 12">
            <a:extLst>
              <a:ext uri="{FF2B5EF4-FFF2-40B4-BE49-F238E27FC236}">
                <a16:creationId xmlns:a16="http://schemas.microsoft.com/office/drawing/2014/main" id="{EE157F08-7B51-3A46-884C-1EF68568D293}"/>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4107" name="Rectangle 13">
            <a:extLst>
              <a:ext uri="{FF2B5EF4-FFF2-40B4-BE49-F238E27FC236}">
                <a16:creationId xmlns:a16="http://schemas.microsoft.com/office/drawing/2014/main" id="{BDBD3526-B08D-4549-A0B9-4583FFF8ED8E}"/>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Tree>
  </p:cSld>
  <p:clrMap bg1="lt1" tx1="dk1" bg2="lt2" tx2="dk2" accent1="accent1" accent2="accent2" accent3="accent3" accent4="accent4" accent5="accent5" accent6="accent6" hlink="hlink" folHlink="folHlink"/>
  <p:sldLayoutIdLst>
    <p:sldLayoutId id="2147483743"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CEA5939-B331-2D4F-A97F-69FDDDB5BA95}"/>
              </a:ext>
            </a:extLst>
          </p:cNvPr>
          <p:cNvSpPr>
            <a:spLocks noChangeArrowheads="1"/>
          </p:cNvSpPr>
          <p:nvPr userDrawn="1"/>
        </p:nvSpPr>
        <p:spPr bwMode="auto">
          <a:xfrm>
            <a:off x="0" y="4953000"/>
            <a:ext cx="43891200" cy="27965400"/>
          </a:xfrm>
          <a:prstGeom prst="rect">
            <a:avLst/>
          </a:prstGeom>
          <a:solidFill>
            <a:srgbClr val="E1FFE4"/>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5123" name="Rectangle 8">
            <a:extLst>
              <a:ext uri="{FF2B5EF4-FFF2-40B4-BE49-F238E27FC236}">
                <a16:creationId xmlns:a16="http://schemas.microsoft.com/office/drawing/2014/main" id="{F2951B8A-A3E9-DB49-BF84-A94A128544FB}"/>
              </a:ext>
            </a:extLst>
          </p:cNvPr>
          <p:cNvSpPr>
            <a:spLocks noChangeArrowheads="1"/>
          </p:cNvSpPr>
          <p:nvPr userDrawn="1"/>
        </p:nvSpPr>
        <p:spPr bwMode="auto">
          <a:xfrm>
            <a:off x="0" y="0"/>
            <a:ext cx="43891200" cy="4770438"/>
          </a:xfrm>
          <a:prstGeom prst="rect">
            <a:avLst/>
          </a:prstGeom>
          <a:solidFill>
            <a:srgbClr val="E1FFE4"/>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5124" name="Rectangle 9">
            <a:extLst>
              <a:ext uri="{FF2B5EF4-FFF2-40B4-BE49-F238E27FC236}">
                <a16:creationId xmlns:a16="http://schemas.microsoft.com/office/drawing/2014/main" id="{23C59187-997C-3947-BD75-E9BC00B09CFE}"/>
              </a:ext>
            </a:extLst>
          </p:cNvPr>
          <p:cNvSpPr>
            <a:spLocks noChangeArrowheads="1"/>
          </p:cNvSpPr>
          <p:nvPr userDrawn="1"/>
        </p:nvSpPr>
        <p:spPr bwMode="auto">
          <a:xfrm>
            <a:off x="0" y="4800600"/>
            <a:ext cx="43891200" cy="182563"/>
          </a:xfrm>
          <a:prstGeom prst="rect">
            <a:avLst/>
          </a:prstGeom>
          <a:solidFill>
            <a:srgbClr val="3C5B1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5125" name="Rectangle 10">
            <a:extLst>
              <a:ext uri="{FF2B5EF4-FFF2-40B4-BE49-F238E27FC236}">
                <a16:creationId xmlns:a16="http://schemas.microsoft.com/office/drawing/2014/main" id="{CC95AD05-B029-1546-84ED-F9B0810B5ECD}"/>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5126" name="Rectangle 11">
            <a:extLst>
              <a:ext uri="{FF2B5EF4-FFF2-40B4-BE49-F238E27FC236}">
                <a16:creationId xmlns:a16="http://schemas.microsoft.com/office/drawing/2014/main" id="{59FFAE98-7B9A-BC40-B8C0-EE6EA2E6DF34}"/>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5127" name="Rectangle 12">
            <a:extLst>
              <a:ext uri="{FF2B5EF4-FFF2-40B4-BE49-F238E27FC236}">
                <a16:creationId xmlns:a16="http://schemas.microsoft.com/office/drawing/2014/main" id="{0AFA2ABF-09FA-4B43-8FBE-F1EC51F02817}"/>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5128" name="Rectangle 13">
            <a:extLst>
              <a:ext uri="{FF2B5EF4-FFF2-40B4-BE49-F238E27FC236}">
                <a16:creationId xmlns:a16="http://schemas.microsoft.com/office/drawing/2014/main" id="{E7E5E274-1D54-D746-8633-26BB77B2697C}"/>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5129" name="Text Box 14">
            <a:extLst>
              <a:ext uri="{FF2B5EF4-FFF2-40B4-BE49-F238E27FC236}">
                <a16:creationId xmlns:a16="http://schemas.microsoft.com/office/drawing/2014/main" id="{9B49977E-B4D8-1C4B-8672-E726885D0241}"/>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4"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7B8D4F79-098A-E445-9EB1-E5208036FF7A}"/>
              </a:ext>
            </a:extLst>
          </p:cNvPr>
          <p:cNvSpPr>
            <a:spLocks noChangeArrowheads="1"/>
          </p:cNvSpPr>
          <p:nvPr userDrawn="1"/>
        </p:nvSpPr>
        <p:spPr bwMode="auto">
          <a:xfrm>
            <a:off x="0" y="4953000"/>
            <a:ext cx="43891200" cy="27965400"/>
          </a:xfrm>
          <a:prstGeom prst="rect">
            <a:avLst/>
          </a:prstGeom>
          <a:gradFill rotWithShape="1">
            <a:gsLst>
              <a:gs pos="0">
                <a:srgbClr val="C0D2C9"/>
              </a:gs>
              <a:gs pos="100000">
                <a:srgbClr val="A0BCAF"/>
              </a:gs>
            </a:gsLst>
            <a:lin ang="2700000" scaled="1"/>
          </a:gra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6147" name="Rectangle 8">
            <a:extLst>
              <a:ext uri="{FF2B5EF4-FFF2-40B4-BE49-F238E27FC236}">
                <a16:creationId xmlns:a16="http://schemas.microsoft.com/office/drawing/2014/main" id="{F0A02803-B78F-4141-83D2-55F57BA166E9}"/>
              </a:ext>
            </a:extLst>
          </p:cNvPr>
          <p:cNvSpPr>
            <a:spLocks noChangeArrowheads="1"/>
          </p:cNvSpPr>
          <p:nvPr userDrawn="1"/>
        </p:nvSpPr>
        <p:spPr bwMode="auto">
          <a:xfrm>
            <a:off x="0" y="0"/>
            <a:ext cx="43891200" cy="4770438"/>
          </a:xfrm>
          <a:prstGeom prst="rect">
            <a:avLst/>
          </a:prstGeom>
          <a:gradFill rotWithShape="0">
            <a:gsLst>
              <a:gs pos="0">
                <a:srgbClr val="85A998"/>
              </a:gs>
              <a:gs pos="100000">
                <a:srgbClr val="C0D2C9"/>
              </a:gs>
            </a:gsLst>
            <a:lin ang="4800000"/>
          </a:gra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6148" name="Rectangle 9">
            <a:extLst>
              <a:ext uri="{FF2B5EF4-FFF2-40B4-BE49-F238E27FC236}">
                <a16:creationId xmlns:a16="http://schemas.microsoft.com/office/drawing/2014/main" id="{8D3E7BF9-0960-0D42-BE1D-A05D4F3DD786}"/>
              </a:ext>
            </a:extLst>
          </p:cNvPr>
          <p:cNvSpPr>
            <a:spLocks noChangeArrowheads="1"/>
          </p:cNvSpPr>
          <p:nvPr userDrawn="1"/>
        </p:nvSpPr>
        <p:spPr bwMode="auto">
          <a:xfrm>
            <a:off x="0" y="4800600"/>
            <a:ext cx="43891200" cy="182563"/>
          </a:xfrm>
          <a:prstGeom prst="rect">
            <a:avLst/>
          </a:prstGeom>
          <a:solidFill>
            <a:srgbClr val="49675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6149" name="Rectangle 10">
            <a:extLst>
              <a:ext uri="{FF2B5EF4-FFF2-40B4-BE49-F238E27FC236}">
                <a16:creationId xmlns:a16="http://schemas.microsoft.com/office/drawing/2014/main" id="{89B18EA6-89AA-5B40-AED2-6F12C7FEE733}"/>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6150" name="Rectangle 11">
            <a:extLst>
              <a:ext uri="{FF2B5EF4-FFF2-40B4-BE49-F238E27FC236}">
                <a16:creationId xmlns:a16="http://schemas.microsoft.com/office/drawing/2014/main" id="{96B6A22F-7442-AF4A-B380-DC2345BA29CC}"/>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6151" name="Rectangle 12">
            <a:extLst>
              <a:ext uri="{FF2B5EF4-FFF2-40B4-BE49-F238E27FC236}">
                <a16:creationId xmlns:a16="http://schemas.microsoft.com/office/drawing/2014/main" id="{949B4D8D-F5B4-EE41-AAD3-96DAE7F95B70}"/>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6152" name="Rectangle 13">
            <a:extLst>
              <a:ext uri="{FF2B5EF4-FFF2-40B4-BE49-F238E27FC236}">
                <a16:creationId xmlns:a16="http://schemas.microsoft.com/office/drawing/2014/main" id="{055F00A6-6394-5546-A664-5AC218689EC4}"/>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6153" name="Text Box 14">
            <a:extLst>
              <a:ext uri="{FF2B5EF4-FFF2-40B4-BE49-F238E27FC236}">
                <a16:creationId xmlns:a16="http://schemas.microsoft.com/office/drawing/2014/main" id="{045CA7AA-2E1E-2C45-AF87-133B77C30D7A}"/>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5"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69D49D83-B7D3-1C4D-BA51-70DA849D7748}"/>
              </a:ext>
            </a:extLst>
          </p:cNvPr>
          <p:cNvSpPr>
            <a:spLocks noChangeArrowheads="1"/>
          </p:cNvSpPr>
          <p:nvPr userDrawn="1"/>
        </p:nvSpPr>
        <p:spPr bwMode="auto">
          <a:xfrm>
            <a:off x="0" y="4953000"/>
            <a:ext cx="43891200" cy="27965400"/>
          </a:xfrm>
          <a:prstGeom prst="rect">
            <a:avLst/>
          </a:prstGeom>
          <a:solidFill>
            <a:srgbClr val="FFD1D1"/>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7171" name="Rectangle 8">
            <a:extLst>
              <a:ext uri="{FF2B5EF4-FFF2-40B4-BE49-F238E27FC236}">
                <a16:creationId xmlns:a16="http://schemas.microsoft.com/office/drawing/2014/main" id="{2F23EEFB-C408-9B40-8582-00703894C421}"/>
              </a:ext>
            </a:extLst>
          </p:cNvPr>
          <p:cNvSpPr>
            <a:spLocks noChangeArrowheads="1"/>
          </p:cNvSpPr>
          <p:nvPr userDrawn="1"/>
        </p:nvSpPr>
        <p:spPr bwMode="auto">
          <a:xfrm>
            <a:off x="0" y="0"/>
            <a:ext cx="43891200" cy="4770438"/>
          </a:xfrm>
          <a:prstGeom prst="rect">
            <a:avLst/>
          </a:prstGeom>
          <a:solidFill>
            <a:srgbClr val="FF9999"/>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7172" name="Rectangle 9">
            <a:extLst>
              <a:ext uri="{FF2B5EF4-FFF2-40B4-BE49-F238E27FC236}">
                <a16:creationId xmlns:a16="http://schemas.microsoft.com/office/drawing/2014/main" id="{27BEB0C4-2E11-E84E-892C-A684A77CCB9E}"/>
              </a:ext>
            </a:extLst>
          </p:cNvPr>
          <p:cNvSpPr>
            <a:spLocks noChangeArrowheads="1"/>
          </p:cNvSpPr>
          <p:nvPr userDrawn="1"/>
        </p:nvSpPr>
        <p:spPr bwMode="auto">
          <a:xfrm>
            <a:off x="0" y="4800600"/>
            <a:ext cx="43891200" cy="182563"/>
          </a:xfrm>
          <a:prstGeom prst="rect">
            <a:avLst/>
          </a:prstGeom>
          <a:solidFill>
            <a:srgbClr val="9E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7173" name="Rectangle 10">
            <a:extLst>
              <a:ext uri="{FF2B5EF4-FFF2-40B4-BE49-F238E27FC236}">
                <a16:creationId xmlns:a16="http://schemas.microsoft.com/office/drawing/2014/main" id="{FABDD98D-3453-6147-B419-99D695EC14D2}"/>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7174" name="Rectangle 11">
            <a:extLst>
              <a:ext uri="{FF2B5EF4-FFF2-40B4-BE49-F238E27FC236}">
                <a16:creationId xmlns:a16="http://schemas.microsoft.com/office/drawing/2014/main" id="{0335919A-D7D2-9F41-B6DC-6A62F7E8126B}"/>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7175" name="Rectangle 12">
            <a:extLst>
              <a:ext uri="{FF2B5EF4-FFF2-40B4-BE49-F238E27FC236}">
                <a16:creationId xmlns:a16="http://schemas.microsoft.com/office/drawing/2014/main" id="{10BE8A24-30CC-FA49-A208-BF73C3F0C1B2}"/>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7176" name="Rectangle 13">
            <a:extLst>
              <a:ext uri="{FF2B5EF4-FFF2-40B4-BE49-F238E27FC236}">
                <a16:creationId xmlns:a16="http://schemas.microsoft.com/office/drawing/2014/main" id="{9211DD68-0355-6E44-AC72-370063C35C71}"/>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7177" name="Text Box 14">
            <a:extLst>
              <a:ext uri="{FF2B5EF4-FFF2-40B4-BE49-F238E27FC236}">
                <a16:creationId xmlns:a16="http://schemas.microsoft.com/office/drawing/2014/main" id="{E98C6C49-5A07-9C49-9846-93B7890F8470}"/>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6"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5420CFF8-F4CA-0741-80E5-44DC0A372DBF}"/>
              </a:ext>
            </a:extLst>
          </p:cNvPr>
          <p:cNvSpPr>
            <a:spLocks noChangeArrowheads="1"/>
          </p:cNvSpPr>
          <p:nvPr userDrawn="1"/>
        </p:nvSpPr>
        <p:spPr bwMode="auto">
          <a:xfrm>
            <a:off x="0" y="4953000"/>
            <a:ext cx="43891200" cy="27965400"/>
          </a:xfrm>
          <a:prstGeom prst="rect">
            <a:avLst/>
          </a:prstGeom>
          <a:gradFill rotWithShape="1">
            <a:gsLst>
              <a:gs pos="0">
                <a:srgbClr val="6699FF"/>
              </a:gs>
              <a:gs pos="100000">
                <a:srgbClr val="C1D6FF"/>
              </a:gs>
            </a:gsLst>
            <a:lin ang="16200000" scaled="1"/>
          </a:gra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8195" name="Rectangle 8">
            <a:extLst>
              <a:ext uri="{FF2B5EF4-FFF2-40B4-BE49-F238E27FC236}">
                <a16:creationId xmlns:a16="http://schemas.microsoft.com/office/drawing/2014/main" id="{25CD0662-51F4-214D-8EB8-04828459F695}"/>
              </a:ext>
            </a:extLst>
          </p:cNvPr>
          <p:cNvSpPr>
            <a:spLocks noChangeArrowheads="1"/>
          </p:cNvSpPr>
          <p:nvPr userDrawn="1"/>
        </p:nvSpPr>
        <p:spPr bwMode="auto">
          <a:xfrm>
            <a:off x="0" y="0"/>
            <a:ext cx="43891200" cy="4770438"/>
          </a:xfrm>
          <a:prstGeom prst="rect">
            <a:avLst/>
          </a:prstGeom>
          <a:gradFill rotWithShape="0">
            <a:gsLst>
              <a:gs pos="0">
                <a:srgbClr val="6699FF"/>
              </a:gs>
              <a:gs pos="100000">
                <a:srgbClr val="9BBCFF"/>
              </a:gs>
            </a:gsLst>
            <a:lin ang="5400000"/>
          </a:gra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8196" name="Rectangle 9">
            <a:extLst>
              <a:ext uri="{FF2B5EF4-FFF2-40B4-BE49-F238E27FC236}">
                <a16:creationId xmlns:a16="http://schemas.microsoft.com/office/drawing/2014/main" id="{1463EC89-DC95-5F49-96D6-CC17DC26662A}"/>
              </a:ext>
            </a:extLst>
          </p:cNvPr>
          <p:cNvSpPr>
            <a:spLocks noChangeArrowheads="1"/>
          </p:cNvSpPr>
          <p:nvPr userDrawn="1"/>
        </p:nvSpPr>
        <p:spPr bwMode="auto">
          <a:xfrm>
            <a:off x="0" y="4800600"/>
            <a:ext cx="43891200" cy="182563"/>
          </a:xfrm>
          <a:prstGeom prst="rect">
            <a:avLst/>
          </a:prstGeom>
          <a:solidFill>
            <a:srgbClr val="005AD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8197" name="Rectangle 10">
            <a:extLst>
              <a:ext uri="{FF2B5EF4-FFF2-40B4-BE49-F238E27FC236}">
                <a16:creationId xmlns:a16="http://schemas.microsoft.com/office/drawing/2014/main" id="{C35A6E34-0F38-BC4B-B413-4E7DA54EEC7D}"/>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8198" name="Rectangle 11">
            <a:extLst>
              <a:ext uri="{FF2B5EF4-FFF2-40B4-BE49-F238E27FC236}">
                <a16:creationId xmlns:a16="http://schemas.microsoft.com/office/drawing/2014/main" id="{8975552E-8BDD-BA4F-B4D5-8512F9A03CEB}"/>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8199" name="Rectangle 12">
            <a:extLst>
              <a:ext uri="{FF2B5EF4-FFF2-40B4-BE49-F238E27FC236}">
                <a16:creationId xmlns:a16="http://schemas.microsoft.com/office/drawing/2014/main" id="{72BB4D78-AEF1-2447-8036-DED515DBC011}"/>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8200" name="Rectangle 13">
            <a:extLst>
              <a:ext uri="{FF2B5EF4-FFF2-40B4-BE49-F238E27FC236}">
                <a16:creationId xmlns:a16="http://schemas.microsoft.com/office/drawing/2014/main" id="{C6EADC8D-4C1E-2A46-8621-6A6A4446F107}"/>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8201" name="Text Box 14">
            <a:extLst>
              <a:ext uri="{FF2B5EF4-FFF2-40B4-BE49-F238E27FC236}">
                <a16:creationId xmlns:a16="http://schemas.microsoft.com/office/drawing/2014/main" id="{9F2E611E-BBB4-DB4F-8B23-EF3B6E095DF3}"/>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7"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2E462ED4-8589-0442-BDD3-DCA63E8C597E}"/>
              </a:ext>
            </a:extLst>
          </p:cNvPr>
          <p:cNvSpPr>
            <a:spLocks noChangeArrowheads="1"/>
          </p:cNvSpPr>
          <p:nvPr userDrawn="1"/>
        </p:nvSpPr>
        <p:spPr bwMode="auto">
          <a:xfrm>
            <a:off x="0" y="4953000"/>
            <a:ext cx="43891200" cy="27965400"/>
          </a:xfrm>
          <a:prstGeom prst="rect">
            <a:avLst/>
          </a:prstGeom>
          <a:solidFill>
            <a:srgbClr val="FFFFD5"/>
          </a:soli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9219" name="Rectangle 8">
            <a:extLst>
              <a:ext uri="{FF2B5EF4-FFF2-40B4-BE49-F238E27FC236}">
                <a16:creationId xmlns:a16="http://schemas.microsoft.com/office/drawing/2014/main" id="{9BD8D115-9472-7047-B188-9AD8226D8FCD}"/>
              </a:ext>
            </a:extLst>
          </p:cNvPr>
          <p:cNvSpPr>
            <a:spLocks noChangeArrowheads="1"/>
          </p:cNvSpPr>
          <p:nvPr userDrawn="1"/>
        </p:nvSpPr>
        <p:spPr bwMode="auto">
          <a:xfrm>
            <a:off x="0" y="0"/>
            <a:ext cx="43891200" cy="4770438"/>
          </a:xfrm>
          <a:prstGeom prst="rect">
            <a:avLst/>
          </a:prstGeom>
          <a:gradFill rotWithShape="0">
            <a:gsLst>
              <a:gs pos="0">
                <a:srgbClr val="97977A"/>
              </a:gs>
              <a:gs pos="50000">
                <a:srgbClr val="D9D9B0"/>
              </a:gs>
              <a:gs pos="100000">
                <a:srgbClr val="FFFFD2"/>
              </a:gs>
            </a:gsLst>
            <a:lin ang="5400000"/>
          </a:gra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9220" name="Rectangle 9">
            <a:extLst>
              <a:ext uri="{FF2B5EF4-FFF2-40B4-BE49-F238E27FC236}">
                <a16:creationId xmlns:a16="http://schemas.microsoft.com/office/drawing/2014/main" id="{B784B64C-E3F2-704A-A3DA-44017A19B9D6}"/>
              </a:ext>
            </a:extLst>
          </p:cNvPr>
          <p:cNvSpPr>
            <a:spLocks noChangeArrowheads="1"/>
          </p:cNvSpPr>
          <p:nvPr userDrawn="1"/>
        </p:nvSpPr>
        <p:spPr bwMode="auto">
          <a:xfrm>
            <a:off x="0" y="4800600"/>
            <a:ext cx="43891200" cy="182563"/>
          </a:xfrm>
          <a:prstGeom prst="rect">
            <a:avLst/>
          </a:prstGeom>
          <a:solidFill>
            <a:srgbClr val="9797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9221" name="Rectangle 10">
            <a:extLst>
              <a:ext uri="{FF2B5EF4-FFF2-40B4-BE49-F238E27FC236}">
                <a16:creationId xmlns:a16="http://schemas.microsoft.com/office/drawing/2014/main" id="{0E174C26-BFCA-5045-AF1A-7F7C952F827C}"/>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9222" name="Rectangle 11">
            <a:extLst>
              <a:ext uri="{FF2B5EF4-FFF2-40B4-BE49-F238E27FC236}">
                <a16:creationId xmlns:a16="http://schemas.microsoft.com/office/drawing/2014/main" id="{F1E88C30-67A1-4048-B7E9-4C138D28D39B}"/>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9223" name="Rectangle 12">
            <a:extLst>
              <a:ext uri="{FF2B5EF4-FFF2-40B4-BE49-F238E27FC236}">
                <a16:creationId xmlns:a16="http://schemas.microsoft.com/office/drawing/2014/main" id="{B1EB5DCB-E166-D64E-8ADA-EFEC6CB5D211}"/>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9224" name="Rectangle 13">
            <a:extLst>
              <a:ext uri="{FF2B5EF4-FFF2-40B4-BE49-F238E27FC236}">
                <a16:creationId xmlns:a16="http://schemas.microsoft.com/office/drawing/2014/main" id="{A5ABC995-A6D8-3E4C-A80D-3E3F70536B8E}"/>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9225" name="Text Box 14">
            <a:extLst>
              <a:ext uri="{FF2B5EF4-FFF2-40B4-BE49-F238E27FC236}">
                <a16:creationId xmlns:a16="http://schemas.microsoft.com/office/drawing/2014/main" id="{71107208-3D9E-814E-9396-B99A9FD23780}"/>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8"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3339A0B-E4E2-AE4C-97D1-CDD97A2EB194}"/>
              </a:ext>
            </a:extLst>
          </p:cNvPr>
          <p:cNvSpPr>
            <a:spLocks noChangeArrowheads="1"/>
          </p:cNvSpPr>
          <p:nvPr userDrawn="1"/>
        </p:nvSpPr>
        <p:spPr bwMode="auto">
          <a:xfrm>
            <a:off x="0" y="0"/>
            <a:ext cx="43891200" cy="32918400"/>
          </a:xfrm>
          <a:prstGeom prst="rect">
            <a:avLst/>
          </a:prstGeom>
          <a:gradFill rotWithShape="1">
            <a:gsLst>
              <a:gs pos="0">
                <a:srgbClr val="68CA86"/>
              </a:gs>
              <a:gs pos="100000">
                <a:srgbClr val="A9E1BA"/>
              </a:gs>
            </a:gsLst>
            <a:lin ang="5400000"/>
          </a:gradFill>
          <a:ln w="9525">
            <a:solidFill>
              <a:schemeClr val="tx1"/>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43" name="Rectangle 9">
            <a:extLst>
              <a:ext uri="{FF2B5EF4-FFF2-40B4-BE49-F238E27FC236}">
                <a16:creationId xmlns:a16="http://schemas.microsoft.com/office/drawing/2014/main" id="{3BFBA45E-11F7-DB4B-8AAE-9070739FC2B0}"/>
              </a:ext>
            </a:extLst>
          </p:cNvPr>
          <p:cNvSpPr>
            <a:spLocks noChangeArrowheads="1"/>
          </p:cNvSpPr>
          <p:nvPr userDrawn="1"/>
        </p:nvSpPr>
        <p:spPr bwMode="auto">
          <a:xfrm>
            <a:off x="0" y="4489450"/>
            <a:ext cx="43891200" cy="273050"/>
          </a:xfrm>
          <a:prstGeom prst="rect">
            <a:avLst/>
          </a:prstGeom>
          <a:solidFill>
            <a:srgbClr val="28723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44" name="Rectangle 10">
            <a:extLst>
              <a:ext uri="{FF2B5EF4-FFF2-40B4-BE49-F238E27FC236}">
                <a16:creationId xmlns:a16="http://schemas.microsoft.com/office/drawing/2014/main" id="{0DC9B26C-2A4D-844F-AFB2-BCCEC9B1D67F}"/>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45" name="Rectangle 11">
            <a:extLst>
              <a:ext uri="{FF2B5EF4-FFF2-40B4-BE49-F238E27FC236}">
                <a16:creationId xmlns:a16="http://schemas.microsoft.com/office/drawing/2014/main" id="{D33C24C6-4FAD-6E47-8933-C0FA4D858405}"/>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46" name="Rectangle 12">
            <a:extLst>
              <a:ext uri="{FF2B5EF4-FFF2-40B4-BE49-F238E27FC236}">
                <a16:creationId xmlns:a16="http://schemas.microsoft.com/office/drawing/2014/main" id="{9B7B3401-325D-9F49-BCE9-89E2FA74CF34}"/>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47" name="Rectangle 13">
            <a:extLst>
              <a:ext uri="{FF2B5EF4-FFF2-40B4-BE49-F238E27FC236}">
                <a16:creationId xmlns:a16="http://schemas.microsoft.com/office/drawing/2014/main" id="{7886DFC0-08C7-BE48-B61D-200D595F5B08}"/>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0248" name="Text Box 14">
            <a:extLst>
              <a:ext uri="{FF2B5EF4-FFF2-40B4-BE49-F238E27FC236}">
                <a16:creationId xmlns:a16="http://schemas.microsoft.com/office/drawing/2014/main" id="{8449C37A-A172-8A41-A6CE-0B04EDE35A1E}"/>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49"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6023" name="Rectangle 7">
            <a:extLst>
              <a:ext uri="{FF2B5EF4-FFF2-40B4-BE49-F238E27FC236}">
                <a16:creationId xmlns:a16="http://schemas.microsoft.com/office/drawing/2014/main" id="{941345E3-B00A-7B4B-8456-1F45F28C72F8}"/>
              </a:ext>
            </a:extLst>
          </p:cNvPr>
          <p:cNvSpPr>
            <a:spLocks noChangeArrowheads="1"/>
          </p:cNvSpPr>
          <p:nvPr userDrawn="1"/>
        </p:nvSpPr>
        <p:spPr bwMode="auto">
          <a:xfrm>
            <a:off x="0" y="4953000"/>
            <a:ext cx="43891200" cy="27965400"/>
          </a:xfrm>
          <a:prstGeom prst="rect">
            <a:avLst/>
          </a:prstGeom>
          <a:gradFill flip="none" rotWithShape="1">
            <a:gsLst>
              <a:gs pos="0">
                <a:schemeClr val="accent1">
                  <a:lumMod val="75000"/>
                </a:schemeClr>
              </a:gs>
              <a:gs pos="100000">
                <a:srgbClr val="B5DEE1"/>
              </a:gs>
            </a:gsLst>
            <a:path path="circle">
              <a:fillToRect l="100000" t="100000"/>
            </a:path>
            <a:tileRect r="-100000" b="-100000"/>
          </a:gradFill>
          <a:ln w="9525">
            <a:solidFill>
              <a:schemeClr val="tx1"/>
            </a:solidFill>
            <a:miter lim="800000"/>
            <a:headEnd/>
            <a:tailEnd/>
          </a:ln>
          <a:effectLst/>
        </p:spPr>
        <p:txBody>
          <a:bodyPr wrap="none" anchor="ctr"/>
          <a:lstStyle/>
          <a:p>
            <a:pPr algn="ctr" eaLnBrk="1" hangingPunct="1">
              <a:defRPr/>
            </a:pPr>
            <a:endParaRPr lang="en-US">
              <a:latin typeface="Arial Narrow" panose="020B0606020202030204" pitchFamily="34" charset="0"/>
            </a:endParaRPr>
          </a:p>
        </p:txBody>
      </p:sp>
      <p:sp>
        <p:nvSpPr>
          <p:cNvPr id="86024" name="Rectangle 8">
            <a:extLst>
              <a:ext uri="{FF2B5EF4-FFF2-40B4-BE49-F238E27FC236}">
                <a16:creationId xmlns:a16="http://schemas.microsoft.com/office/drawing/2014/main" id="{36E21144-AB9B-6545-B46F-5573EED95B78}"/>
              </a:ext>
            </a:extLst>
          </p:cNvPr>
          <p:cNvSpPr>
            <a:spLocks noChangeArrowheads="1"/>
          </p:cNvSpPr>
          <p:nvPr userDrawn="1"/>
        </p:nvSpPr>
        <p:spPr bwMode="auto">
          <a:xfrm>
            <a:off x="0" y="0"/>
            <a:ext cx="43891200" cy="4770438"/>
          </a:xfrm>
          <a:prstGeom prst="rect">
            <a:avLst/>
          </a:prstGeom>
          <a:gradFill>
            <a:gsLst>
              <a:gs pos="0">
                <a:schemeClr val="accent1">
                  <a:lumMod val="50000"/>
                </a:schemeClr>
              </a:gs>
              <a:gs pos="100000">
                <a:srgbClr val="B0DBDE"/>
              </a:gs>
            </a:gsLst>
            <a:lin ang="4800000" scaled="0"/>
          </a:gradFill>
          <a:ln w="9525">
            <a:solidFill>
              <a:schemeClr val="tx1"/>
            </a:solidFill>
            <a:miter lim="800000"/>
            <a:headEnd/>
            <a:tailEnd/>
          </a:ln>
          <a:effectLst/>
        </p:spPr>
        <p:txBody>
          <a:bodyPr wrap="none" anchor="ctr"/>
          <a:lstStyle/>
          <a:p>
            <a:pPr algn="ctr" eaLnBrk="1" hangingPunct="1">
              <a:defRPr/>
            </a:pPr>
            <a:endParaRPr lang="en-US">
              <a:latin typeface="Arial Narrow" panose="020B0606020202030204" pitchFamily="34" charset="0"/>
            </a:endParaRPr>
          </a:p>
        </p:txBody>
      </p:sp>
      <p:sp>
        <p:nvSpPr>
          <p:cNvPr id="86025" name="Rectangle 9">
            <a:extLst>
              <a:ext uri="{FF2B5EF4-FFF2-40B4-BE49-F238E27FC236}">
                <a16:creationId xmlns:a16="http://schemas.microsoft.com/office/drawing/2014/main" id="{D48BAB15-E9BB-AC40-8DD0-7BDADC0FDC57}"/>
              </a:ext>
            </a:extLst>
          </p:cNvPr>
          <p:cNvSpPr>
            <a:spLocks noChangeArrowheads="1"/>
          </p:cNvSpPr>
          <p:nvPr userDrawn="1"/>
        </p:nvSpPr>
        <p:spPr bwMode="auto">
          <a:xfrm>
            <a:off x="0" y="4800600"/>
            <a:ext cx="43891200" cy="182563"/>
          </a:xfrm>
          <a:prstGeom prst="rect">
            <a:avLst/>
          </a:prstGeom>
          <a:solidFill>
            <a:schemeClr val="accent1">
              <a:lumMod val="25000"/>
            </a:schemeClr>
          </a:solidFill>
          <a:ln w="9525">
            <a:noFill/>
            <a:miter lim="800000"/>
            <a:headEnd/>
            <a:tailEnd/>
          </a:ln>
          <a:effectLst/>
        </p:spPr>
        <p:txBody>
          <a:bodyPr wrap="none" anchor="ctr"/>
          <a:lstStyle/>
          <a:p>
            <a:pPr algn="ctr" eaLnBrk="1" hangingPunct="1">
              <a:defRPr/>
            </a:pPr>
            <a:endParaRPr lang="en-US">
              <a:latin typeface="Arial Narrow" panose="020B0606020202030204" pitchFamily="34" charset="0"/>
            </a:endParaRPr>
          </a:p>
        </p:txBody>
      </p:sp>
      <p:sp>
        <p:nvSpPr>
          <p:cNvPr id="11269" name="Rectangle 10">
            <a:extLst>
              <a:ext uri="{FF2B5EF4-FFF2-40B4-BE49-F238E27FC236}">
                <a16:creationId xmlns:a16="http://schemas.microsoft.com/office/drawing/2014/main" id="{31784384-AB15-0E48-9495-916438B08191}"/>
              </a:ext>
            </a:extLst>
          </p:cNvPr>
          <p:cNvSpPr>
            <a:spLocks noChangeArrowheads="1"/>
          </p:cNvSpPr>
          <p:nvPr userDrawn="1"/>
        </p:nvSpPr>
        <p:spPr bwMode="auto">
          <a:xfrm>
            <a:off x="685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1270" name="Rectangle 11">
            <a:extLst>
              <a:ext uri="{FF2B5EF4-FFF2-40B4-BE49-F238E27FC236}">
                <a16:creationId xmlns:a16="http://schemas.microsoft.com/office/drawing/2014/main" id="{0C28B76D-C762-A148-B9B6-1E7DF5DEAF4B}"/>
              </a:ext>
            </a:extLst>
          </p:cNvPr>
          <p:cNvSpPr>
            <a:spLocks noChangeArrowheads="1"/>
          </p:cNvSpPr>
          <p:nvPr userDrawn="1"/>
        </p:nvSpPr>
        <p:spPr bwMode="auto">
          <a:xfrm>
            <a:off x="1148397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1271" name="Rectangle 12">
            <a:extLst>
              <a:ext uri="{FF2B5EF4-FFF2-40B4-BE49-F238E27FC236}">
                <a16:creationId xmlns:a16="http://schemas.microsoft.com/office/drawing/2014/main" id="{5C96AF09-32C3-CE4D-AE95-CAA16AC35140}"/>
              </a:ext>
            </a:extLst>
          </p:cNvPr>
          <p:cNvSpPr>
            <a:spLocks noChangeArrowheads="1"/>
          </p:cNvSpPr>
          <p:nvPr userDrawn="1"/>
        </p:nvSpPr>
        <p:spPr bwMode="auto">
          <a:xfrm>
            <a:off x="22272625"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1272" name="Rectangle 13">
            <a:extLst>
              <a:ext uri="{FF2B5EF4-FFF2-40B4-BE49-F238E27FC236}">
                <a16:creationId xmlns:a16="http://schemas.microsoft.com/office/drawing/2014/main" id="{6C592AEC-7D33-6041-A393-7183457A1823}"/>
              </a:ext>
            </a:extLst>
          </p:cNvPr>
          <p:cNvSpPr>
            <a:spLocks noChangeArrowheads="1"/>
          </p:cNvSpPr>
          <p:nvPr userDrawn="1"/>
        </p:nvSpPr>
        <p:spPr bwMode="auto">
          <a:xfrm>
            <a:off x="33070800" y="5638800"/>
            <a:ext cx="9982200" cy="26547763"/>
          </a:xfrm>
          <a:prstGeom prst="rect">
            <a:avLst/>
          </a:prstGeom>
          <a:solidFill>
            <a:schemeClr val="bg1"/>
          </a:solidFill>
          <a:ln w="12700">
            <a:solidFill>
              <a:srgbClr val="003466"/>
            </a:solidFill>
            <a:miter lim="800000"/>
            <a:headEnd/>
            <a:tailEnd/>
          </a:ln>
        </p:spPr>
        <p:txBody>
          <a:bodyPr wrap="none" anchor="ctr"/>
          <a:lstStyle>
            <a:lvl1pPr eaLnBrk="0" hangingPunct="0">
              <a:defRPr sz="2900">
                <a:solidFill>
                  <a:schemeClr val="tx1"/>
                </a:solidFill>
                <a:latin typeface="Arial Narrow" panose="020B0606020202030204" pitchFamily="34" charset="0"/>
              </a:defRPr>
            </a:lvl1pPr>
            <a:lvl2pPr marL="742950" indent="-285750" eaLnBrk="0" hangingPunct="0">
              <a:defRPr sz="2900">
                <a:solidFill>
                  <a:schemeClr val="tx1"/>
                </a:solidFill>
                <a:latin typeface="Arial Narrow" panose="020B0606020202030204" pitchFamily="34" charset="0"/>
              </a:defRPr>
            </a:lvl2pPr>
            <a:lvl3pPr marL="1143000" indent="-228600" eaLnBrk="0" hangingPunct="0">
              <a:defRPr sz="2900">
                <a:solidFill>
                  <a:schemeClr val="tx1"/>
                </a:solidFill>
                <a:latin typeface="Arial Narrow" panose="020B0606020202030204" pitchFamily="34" charset="0"/>
              </a:defRPr>
            </a:lvl3pPr>
            <a:lvl4pPr marL="1600200" indent="-228600" eaLnBrk="0" hangingPunct="0">
              <a:defRPr sz="2900">
                <a:solidFill>
                  <a:schemeClr val="tx1"/>
                </a:solidFill>
                <a:latin typeface="Arial Narrow" panose="020B0606020202030204" pitchFamily="34" charset="0"/>
              </a:defRPr>
            </a:lvl4pPr>
            <a:lvl5pPr marL="2057400" indent="-228600" eaLnBrk="0" hangingPunct="0">
              <a:defRPr sz="2900">
                <a:solidFill>
                  <a:schemeClr val="tx1"/>
                </a:solidFill>
                <a:latin typeface="Arial Narrow" panose="020B0606020202030204" pitchFamily="34" charset="0"/>
              </a:defRPr>
            </a:lvl5pPr>
            <a:lvl6pPr marL="2514600" indent="-228600" eaLnBrk="0" fontAlgn="base" hangingPunct="0">
              <a:spcBef>
                <a:spcPct val="0"/>
              </a:spcBef>
              <a:spcAft>
                <a:spcPct val="0"/>
              </a:spcAft>
              <a:defRPr sz="2900">
                <a:solidFill>
                  <a:schemeClr val="tx1"/>
                </a:solidFill>
                <a:latin typeface="Arial Narrow" panose="020B0606020202030204" pitchFamily="34" charset="0"/>
              </a:defRPr>
            </a:lvl6pPr>
            <a:lvl7pPr marL="2971800" indent="-228600" eaLnBrk="0" fontAlgn="base" hangingPunct="0">
              <a:spcBef>
                <a:spcPct val="0"/>
              </a:spcBef>
              <a:spcAft>
                <a:spcPct val="0"/>
              </a:spcAft>
              <a:defRPr sz="2900">
                <a:solidFill>
                  <a:schemeClr val="tx1"/>
                </a:solidFill>
                <a:latin typeface="Arial Narrow" panose="020B0606020202030204" pitchFamily="34" charset="0"/>
              </a:defRPr>
            </a:lvl7pPr>
            <a:lvl8pPr marL="3429000" indent="-228600" eaLnBrk="0" fontAlgn="base" hangingPunct="0">
              <a:spcBef>
                <a:spcPct val="0"/>
              </a:spcBef>
              <a:spcAft>
                <a:spcPct val="0"/>
              </a:spcAft>
              <a:defRPr sz="2900">
                <a:solidFill>
                  <a:schemeClr val="tx1"/>
                </a:solidFill>
                <a:latin typeface="Arial Narrow" panose="020B0606020202030204" pitchFamily="34" charset="0"/>
              </a:defRPr>
            </a:lvl8pPr>
            <a:lvl9pPr marL="3886200" indent="-228600" eaLnBrk="0" fontAlgn="base" hangingPunct="0">
              <a:spcBef>
                <a:spcPct val="0"/>
              </a:spcBef>
              <a:spcAft>
                <a:spcPct val="0"/>
              </a:spcAft>
              <a:defRPr sz="2900">
                <a:solidFill>
                  <a:schemeClr val="tx1"/>
                </a:solidFill>
                <a:latin typeface="Arial Narrow" panose="020B0606020202030204" pitchFamily="34" charset="0"/>
              </a:defRPr>
            </a:lvl9pPr>
          </a:lstStyle>
          <a:p>
            <a:pPr algn="ctr" eaLnBrk="1" hangingPunct="1">
              <a:defRPr/>
            </a:pPr>
            <a:endParaRPr lang="en-US" altLang="en-US"/>
          </a:p>
        </p:txBody>
      </p:sp>
      <p:sp>
        <p:nvSpPr>
          <p:cNvPr id="11273" name="Text Box 14">
            <a:extLst>
              <a:ext uri="{FF2B5EF4-FFF2-40B4-BE49-F238E27FC236}">
                <a16:creationId xmlns:a16="http://schemas.microsoft.com/office/drawing/2014/main" id="{F83F3CB7-D6E4-F149-AD6E-7C6C8658FA17}"/>
              </a:ext>
            </a:extLst>
          </p:cNvPr>
          <p:cNvSpPr txBox="1">
            <a:spLocks noChangeArrowheads="1"/>
          </p:cNvSpPr>
          <p:nvPr userDrawn="1"/>
        </p:nvSpPr>
        <p:spPr bwMode="auto">
          <a:xfrm>
            <a:off x="609600" y="32445325"/>
            <a:ext cx="25146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spAutoFit/>
          </a:bodyPr>
          <a:lstStyle>
            <a:lvl1pPr eaLnBrk="0" hangingPunct="0">
              <a:defRPr sz="2900">
                <a:solidFill>
                  <a:schemeClr val="tx1"/>
                </a:solidFill>
                <a:latin typeface="Arial Narrow" pitchFamily="34" charset="0"/>
              </a:defRPr>
            </a:lvl1pPr>
            <a:lvl2pPr marL="742950" indent="-285750" eaLnBrk="0" hangingPunct="0">
              <a:defRPr sz="2900">
                <a:solidFill>
                  <a:schemeClr val="tx1"/>
                </a:solidFill>
                <a:latin typeface="Arial Narrow" pitchFamily="34" charset="0"/>
              </a:defRPr>
            </a:lvl2pPr>
            <a:lvl3pPr marL="1143000" indent="-228600" eaLnBrk="0" hangingPunct="0">
              <a:defRPr sz="2900">
                <a:solidFill>
                  <a:schemeClr val="tx1"/>
                </a:solidFill>
                <a:latin typeface="Arial Narrow" pitchFamily="34" charset="0"/>
              </a:defRPr>
            </a:lvl3pPr>
            <a:lvl4pPr marL="1600200" indent="-228600" eaLnBrk="0" hangingPunct="0">
              <a:defRPr sz="2900">
                <a:solidFill>
                  <a:schemeClr val="tx1"/>
                </a:solidFill>
                <a:latin typeface="Arial Narrow" pitchFamily="34" charset="0"/>
              </a:defRPr>
            </a:lvl4pPr>
            <a:lvl5pPr marL="2057400" indent="-228600" eaLnBrk="0" hangingPunct="0">
              <a:defRPr sz="2900">
                <a:solidFill>
                  <a:schemeClr val="tx1"/>
                </a:solidFill>
                <a:latin typeface="Arial Narrow" pitchFamily="34" charset="0"/>
              </a:defRPr>
            </a:lvl5pPr>
            <a:lvl6pPr marL="2514600" indent="-228600" eaLnBrk="0" fontAlgn="base" hangingPunct="0">
              <a:spcBef>
                <a:spcPct val="0"/>
              </a:spcBef>
              <a:spcAft>
                <a:spcPct val="0"/>
              </a:spcAft>
              <a:defRPr sz="2900">
                <a:solidFill>
                  <a:schemeClr val="tx1"/>
                </a:solidFill>
                <a:latin typeface="Arial Narrow" pitchFamily="34" charset="0"/>
              </a:defRPr>
            </a:lvl6pPr>
            <a:lvl7pPr marL="2971800" indent="-228600" eaLnBrk="0" fontAlgn="base" hangingPunct="0">
              <a:spcBef>
                <a:spcPct val="0"/>
              </a:spcBef>
              <a:spcAft>
                <a:spcPct val="0"/>
              </a:spcAft>
              <a:defRPr sz="2900">
                <a:solidFill>
                  <a:schemeClr val="tx1"/>
                </a:solidFill>
                <a:latin typeface="Arial Narrow" pitchFamily="34" charset="0"/>
              </a:defRPr>
            </a:lvl7pPr>
            <a:lvl8pPr marL="3429000" indent="-228600" eaLnBrk="0" fontAlgn="base" hangingPunct="0">
              <a:spcBef>
                <a:spcPct val="0"/>
              </a:spcBef>
              <a:spcAft>
                <a:spcPct val="0"/>
              </a:spcAft>
              <a:defRPr sz="2900">
                <a:solidFill>
                  <a:schemeClr val="tx1"/>
                </a:solidFill>
                <a:latin typeface="Arial Narrow" pitchFamily="34" charset="0"/>
              </a:defRPr>
            </a:lvl8pPr>
            <a:lvl9pPr marL="3886200" indent="-228600" eaLnBrk="0" fontAlgn="base" hangingPunct="0">
              <a:spcBef>
                <a:spcPct val="0"/>
              </a:spcBef>
              <a:spcAft>
                <a:spcPct val="0"/>
              </a:spcAft>
              <a:defRPr sz="2900">
                <a:solidFill>
                  <a:schemeClr val="tx1"/>
                </a:solidFill>
                <a:latin typeface="Arial Narrow" pitchFamily="34" charset="0"/>
              </a:defRPr>
            </a:lvl9pPr>
          </a:lstStyle>
          <a:p>
            <a:pPr>
              <a:lnSpc>
                <a:spcPct val="65000"/>
              </a:lnSpc>
              <a:spcBef>
                <a:spcPct val="50000"/>
              </a:spcBef>
              <a:defRPr/>
            </a:pPr>
            <a:r>
              <a:rPr lang="en-US" sz="500" b="1">
                <a:solidFill>
                  <a:schemeClr val="bg2"/>
                </a:solidFill>
                <a:latin typeface="Arial" charset="0"/>
              </a:rPr>
              <a:t>POSTER TEMPLATE BY:</a:t>
            </a:r>
          </a:p>
          <a:p>
            <a:pPr>
              <a:lnSpc>
                <a:spcPct val="65000"/>
              </a:lnSpc>
              <a:spcBef>
                <a:spcPct val="50000"/>
              </a:spcBef>
              <a:defRPr/>
            </a:pPr>
            <a:r>
              <a:rPr lang="en-US" sz="1000" b="1">
                <a:solidFill>
                  <a:schemeClr val="bg2"/>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750" r:id="rId1"/>
  </p:sldLayoutIdLst>
  <p:txStyles>
    <p:titleStyle>
      <a:lvl1pPr algn="l" rtl="0" eaLnBrk="0" fontAlgn="base" hangingPunct="0">
        <a:spcBef>
          <a:spcPct val="0"/>
        </a:spcBef>
        <a:spcAft>
          <a:spcPct val="0"/>
        </a:spcAft>
        <a:defRPr sz="8600">
          <a:solidFill>
            <a:schemeClr val="tx2"/>
          </a:solidFill>
          <a:latin typeface="+mj-lt"/>
          <a:ea typeface="+mj-ea"/>
          <a:cs typeface="+mj-cs"/>
        </a:defRPr>
      </a:lvl1pPr>
      <a:lvl2pPr algn="l" rtl="0" eaLnBrk="0" fontAlgn="base" hangingPunct="0">
        <a:spcBef>
          <a:spcPct val="0"/>
        </a:spcBef>
        <a:spcAft>
          <a:spcPct val="0"/>
        </a:spcAft>
        <a:defRPr sz="8600">
          <a:solidFill>
            <a:schemeClr val="tx2"/>
          </a:solidFill>
          <a:latin typeface="Arial Black" pitchFamily="34" charset="0"/>
        </a:defRPr>
      </a:lvl2pPr>
      <a:lvl3pPr algn="l" rtl="0" eaLnBrk="0" fontAlgn="base" hangingPunct="0">
        <a:spcBef>
          <a:spcPct val="0"/>
        </a:spcBef>
        <a:spcAft>
          <a:spcPct val="0"/>
        </a:spcAft>
        <a:defRPr sz="8600">
          <a:solidFill>
            <a:schemeClr val="tx2"/>
          </a:solidFill>
          <a:latin typeface="Arial Black" pitchFamily="34" charset="0"/>
        </a:defRPr>
      </a:lvl3pPr>
      <a:lvl4pPr algn="l" rtl="0" eaLnBrk="0" fontAlgn="base" hangingPunct="0">
        <a:spcBef>
          <a:spcPct val="0"/>
        </a:spcBef>
        <a:spcAft>
          <a:spcPct val="0"/>
        </a:spcAft>
        <a:defRPr sz="8600">
          <a:solidFill>
            <a:schemeClr val="tx2"/>
          </a:solidFill>
          <a:latin typeface="Arial Black" pitchFamily="34" charset="0"/>
        </a:defRPr>
      </a:lvl4pPr>
      <a:lvl5pPr algn="l" rtl="0" eaLnBrk="0" fontAlgn="base" hangingPunct="0">
        <a:spcBef>
          <a:spcPct val="0"/>
        </a:spcBef>
        <a:spcAft>
          <a:spcPct val="0"/>
        </a:spcAft>
        <a:defRPr sz="8600">
          <a:solidFill>
            <a:schemeClr val="tx2"/>
          </a:solidFill>
          <a:latin typeface="Arial Black" pitchFamily="34" charset="0"/>
        </a:defRPr>
      </a:lvl5pPr>
      <a:lvl6pPr marL="457200" algn="l" rtl="0" fontAlgn="base">
        <a:spcBef>
          <a:spcPct val="0"/>
        </a:spcBef>
        <a:spcAft>
          <a:spcPct val="0"/>
        </a:spcAft>
        <a:defRPr sz="8600">
          <a:solidFill>
            <a:schemeClr val="tx2"/>
          </a:solidFill>
          <a:latin typeface="Arial Black" pitchFamily="34" charset="0"/>
        </a:defRPr>
      </a:lvl6pPr>
      <a:lvl7pPr marL="914400" algn="l" rtl="0" fontAlgn="base">
        <a:spcBef>
          <a:spcPct val="0"/>
        </a:spcBef>
        <a:spcAft>
          <a:spcPct val="0"/>
        </a:spcAft>
        <a:defRPr sz="8600">
          <a:solidFill>
            <a:schemeClr val="tx2"/>
          </a:solidFill>
          <a:latin typeface="Arial Black" pitchFamily="34" charset="0"/>
        </a:defRPr>
      </a:lvl7pPr>
      <a:lvl8pPr marL="1371600" algn="l" rtl="0" fontAlgn="base">
        <a:spcBef>
          <a:spcPct val="0"/>
        </a:spcBef>
        <a:spcAft>
          <a:spcPct val="0"/>
        </a:spcAft>
        <a:defRPr sz="8600">
          <a:solidFill>
            <a:schemeClr val="tx2"/>
          </a:solidFill>
          <a:latin typeface="Arial Black" pitchFamily="34" charset="0"/>
        </a:defRPr>
      </a:lvl8pPr>
      <a:lvl9pPr marL="1828800" algn="l" rtl="0" fontAlgn="base">
        <a:spcBef>
          <a:spcPct val="0"/>
        </a:spcBef>
        <a:spcAft>
          <a:spcPct val="0"/>
        </a:spcAft>
        <a:defRPr sz="8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har char="•"/>
        <a:defRPr sz="2900">
          <a:solidFill>
            <a:schemeClr val="tx1"/>
          </a:solidFill>
          <a:latin typeface="+mn-lt"/>
          <a:ea typeface="+mn-ea"/>
          <a:cs typeface="+mn-cs"/>
        </a:defRPr>
      </a:lvl1pPr>
      <a:lvl2pPr marL="739775" indent="-282575" algn="l" rtl="0" eaLnBrk="0" fontAlgn="base" hangingPunct="0">
        <a:spcBef>
          <a:spcPct val="20000"/>
        </a:spcBef>
        <a:spcAft>
          <a:spcPct val="0"/>
        </a:spcAft>
        <a:buChar char="–"/>
        <a:defRPr sz="29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1900">
          <a:solidFill>
            <a:schemeClr val="tx1"/>
          </a:solidFill>
          <a:latin typeface="+mn-lt"/>
        </a:defRPr>
      </a:lvl4pPr>
      <a:lvl5pPr marL="2057400" indent="-228600" algn="l" rtl="0" eaLnBrk="0" fontAlgn="base" hangingPunct="0">
        <a:spcBef>
          <a:spcPct val="20000"/>
        </a:spcBef>
        <a:spcAft>
          <a:spcPct val="0"/>
        </a:spcAft>
        <a:buChar char="»"/>
        <a:defRPr sz="1900">
          <a:solidFill>
            <a:schemeClr val="tx1"/>
          </a:solidFill>
          <a:latin typeface="+mn-lt"/>
        </a:defRPr>
      </a:lvl5pPr>
      <a:lvl6pPr marL="2514600" indent="-228600" algn="l" rtl="0" fontAlgn="base">
        <a:spcBef>
          <a:spcPct val="20000"/>
        </a:spcBef>
        <a:spcAft>
          <a:spcPct val="0"/>
        </a:spcAft>
        <a:buChar char="»"/>
        <a:defRPr sz="1900">
          <a:solidFill>
            <a:schemeClr val="tx1"/>
          </a:solidFill>
          <a:latin typeface="+mn-lt"/>
        </a:defRPr>
      </a:lvl6pPr>
      <a:lvl7pPr marL="2971800" indent="-228600" algn="l" rtl="0" fontAlgn="base">
        <a:spcBef>
          <a:spcPct val="20000"/>
        </a:spcBef>
        <a:spcAft>
          <a:spcPct val="0"/>
        </a:spcAft>
        <a:buChar char="»"/>
        <a:defRPr sz="1900">
          <a:solidFill>
            <a:schemeClr val="tx1"/>
          </a:solidFill>
          <a:latin typeface="+mn-lt"/>
        </a:defRPr>
      </a:lvl7pPr>
      <a:lvl8pPr marL="3429000" indent="-228600" algn="l" rtl="0" fontAlgn="base">
        <a:spcBef>
          <a:spcPct val="20000"/>
        </a:spcBef>
        <a:spcAft>
          <a:spcPct val="0"/>
        </a:spcAft>
        <a:buChar char="»"/>
        <a:defRPr sz="1900">
          <a:solidFill>
            <a:schemeClr val="tx1"/>
          </a:solidFill>
          <a:latin typeface="+mn-lt"/>
        </a:defRPr>
      </a:lvl8pPr>
      <a:lvl9pPr marL="3886200" indent="-228600" algn="l" rtl="0" fontAlgn="base">
        <a:spcBef>
          <a:spcPct val="20000"/>
        </a:spcBef>
        <a:spcAft>
          <a:spcPct val="0"/>
        </a:spcAft>
        <a:buChar char="»"/>
        <a:defRPr sz="19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1.xml"/><Relationship Id="rId4" Type="http://schemas.openxmlformats.org/officeDocument/2006/relationships/image" Target="../media/image2.png"/><Relationship Id="rId31" Type="http://schemas.openxmlformats.org/officeDocument/2006/relationships/image" Target="../media/image22.png"/><Relationship Id="rId32"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2" descr="mustang[1].GIF">
            <a:extLst>
              <a:ext uri="{FF2B5EF4-FFF2-40B4-BE49-F238E27FC236}">
                <a16:creationId xmlns:a16="http://schemas.microsoft.com/office/drawing/2014/main" id="{A4AAAB35-AE21-8E46-B772-C8E5DCC0714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115875" y="2303463"/>
            <a:ext cx="4611688"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Rectangle 5">
            <a:extLst>
              <a:ext uri="{FF2B5EF4-FFF2-40B4-BE49-F238E27FC236}">
                <a16:creationId xmlns:a16="http://schemas.microsoft.com/office/drawing/2014/main" id="{FAD48563-01BA-EF48-84BC-48157BA07D1B}"/>
              </a:ext>
            </a:extLst>
          </p:cNvPr>
          <p:cNvSpPr>
            <a:spLocks noChangeArrowheads="1"/>
          </p:cNvSpPr>
          <p:nvPr/>
        </p:nvSpPr>
        <p:spPr bwMode="auto">
          <a:xfrm>
            <a:off x="8229600" y="777240"/>
            <a:ext cx="29535119" cy="3383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02" tIns="45701" rIns="91402" bIns="45701"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lgn="ctr" eaLnBrk="1" hangingPunct="1">
              <a:spcBef>
                <a:spcPct val="50000"/>
              </a:spcBef>
            </a:pPr>
            <a:r>
              <a:rPr sz="8000" b="1">
                <a:solidFill>
                  <a:srgbClr val="003466"/>
                </a:solidFill>
                <a:latin typeface="Arial Black"/>
              </a:rPr>
              <a:t>Multi-Agent AI Workflow Engine</a:t>
            </a:r>
          </a:p>
          <a:p>
            <a:pPr algn="ctr"/>
            <a:r>
              <a:rPr sz="4400" b="0">
                <a:solidFill>
                  <a:srgbClr val="000000"/>
                </a:solidFill>
                <a:latin typeface="Arial Narrow"/>
              </a:rPr>
              <a:t>Simulating an Autonomous Software Development Team</a:t>
            </a:r>
          </a:p>
          <a:p>
            <a:pPr algn="ctr"/>
            <a:r>
              <a:rPr sz="3400" b="1">
                <a:solidFill>
                  <a:srgbClr val="000000"/>
                </a:solidFill>
                <a:latin typeface="Arial Narrow"/>
              </a:rPr>
              <a:t>Marco Perozo  •  Gabriel Marte  •  Lewdy Aquino  •  Alvin Almonte</a:t>
            </a:r>
          </a:p>
          <a:p>
            <a:pPr algn="ctr"/>
            <a:r>
              <a:rPr sz="2600" b="0">
                <a:solidFill>
                  <a:srgbClr val="555555"/>
                </a:solidFill>
                <a:latin typeface="Arial Narrow"/>
              </a:rPr>
              <a:t>Department of Computer Science  ·  Southwest Minnesota State University  ·  Capstone Project, Fall 2026</a:t>
            </a:r>
          </a:p>
        </p:txBody>
      </p:sp>
      <p:pic>
        <p:nvPicPr>
          <p:cNvPr id="3" name="Graphic 2">
            <a:extLst>
              <a:ext uri="{FF2B5EF4-FFF2-40B4-BE49-F238E27FC236}">
                <a16:creationId xmlns:a16="http://schemas.microsoft.com/office/drawing/2014/main" id="{F1169C38-DF95-844A-9082-F937C60D7593}"/>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411691" y="2349183"/>
            <a:ext cx="7335310" cy="2200593"/>
          </a:xfrm>
          <a:prstGeom prst="rect">
            <a:avLst/>
          </a:prstGeom>
        </p:spPr>
      </p:pic>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685800" y="5029200"/>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Introduction &amp; Problem Statement</a:t>
            </a:r>
          </a:p>
        </p:txBody>
      </p:sp>
      <p:sp>
        <p:nvSpPr>
          <p:cNvPr id="13322" name="TextBox 13321"/>
          <p:cNvSpPr txBox="1"/>
          <p:nvPr/>
        </p:nvSpPr>
        <p:spPr>
          <a:xfrm>
            <a:off x="685800" y="5751576"/>
            <a:ext cx="9985248" cy="8453120"/>
          </a:xfrm>
          <a:prstGeom prst="rect">
            <a:avLst/>
          </a:prstGeom>
          <a:noFill/>
          <a:ln>
            <a:noFill/>
          </a:ln>
        </p:spPr>
        <p:txBody>
          <a:bodyPr wrap="square" lIns="164592" rIns="164592" tIns="82296" bIns="82296">
            <a:spAutoFit/>
          </a:bodyPr>
          <a:lstStyle/>
          <a:p>
            <a:pPr>
              <a:spcAft>
                <a:spcPts val="500"/>
              </a:spcAft>
            </a:pPr>
            <a:r>
              <a:rPr sz="2800" b="0">
                <a:solidFill>
                  <a:srgbClr val="000000"/>
                </a:solidFill>
                <a:latin typeface="Arial Narrow"/>
              </a:rPr>
              <a:t>Large Language Models (LLMs) can now generate source code from natural-language descriptions, and tools such as GitHub Copilot and ChatGPT are used daily by developers (Chen et al., 2021). Almost all of them are built around one model receiving one prompt: a single pass in which the model must understand the request, design the solution, write the code and verify it all at once.</a:t>
            </a:r>
          </a:p>
          <a:p>
            <a:pPr>
              <a:spcAft>
                <a:spcPts val="500"/>
              </a:spcAft>
            </a:pPr>
          </a:p>
          <a:p>
            <a:pPr>
              <a:spcAft>
                <a:spcPts val="500"/>
              </a:spcAft>
            </a:pPr>
            <a:r>
              <a:rPr sz="2800" b="1">
                <a:solidFill>
                  <a:srgbClr val="000000"/>
                </a:solidFill>
                <a:latin typeface="Arial Narrow"/>
              </a:rPr>
              <a:t>Three limitations follow:</a:t>
            </a:r>
          </a:p>
          <a:p>
            <a:pPr marL="310896" indent="-310896">
              <a:spcAft>
                <a:spcPts val="500"/>
              </a:spcAft>
            </a:pPr>
            <a:r>
              <a:rPr sz="2800" b="0">
                <a:solidFill>
                  <a:srgbClr val="000000"/>
                </a:solidFill>
                <a:latin typeface="Arial Narrow"/>
              </a:rPr>
              <a:t>▪  Single-model limits. One pass over a large, multi-step task produces incomplete or incorrect results on anything non-trivial.</a:t>
            </a:r>
          </a:p>
          <a:p>
            <a:pPr marL="310896" indent="-310896">
              <a:spcAft>
                <a:spcPts val="500"/>
              </a:spcAft>
            </a:pPr>
            <a:r>
              <a:rPr sz="2800" b="0">
                <a:solidFill>
                  <a:srgbClr val="000000"/>
                </a:solidFill>
                <a:latin typeface="Arial Narrow"/>
              </a:rPr>
              <a:t>▪  Lack of teamwork. Real software needs a product manager to clarify, a developer to build and QA to verify. A single prompt collapses these perspectives and loses the checks and balances that make teams effective.</a:t>
            </a:r>
          </a:p>
          <a:p>
            <a:pPr marL="310896" indent="-310896">
              <a:spcAft>
                <a:spcPts val="500"/>
              </a:spcAft>
            </a:pPr>
            <a:r>
              <a:rPr sz="2800" b="0">
                <a:solidFill>
                  <a:srgbClr val="000000"/>
                </a:solidFill>
                <a:latin typeface="Arial Narrow"/>
              </a:rPr>
              <a:t>▪  Lack of iteration. Standard prompts do not reliably self-correct against predefined requirements (Madaan et al., 2023); detecting and fixing errors falls to the human.</a:t>
            </a:r>
          </a:p>
        </p:txBody>
      </p:sp>
      <p:sp>
        <p:nvSpPr>
          <p:cNvPr id="13323" name="TextBox 13322"/>
          <p:cNvSpPr txBox="1"/>
          <p:nvPr/>
        </p:nvSpPr>
        <p:spPr>
          <a:xfrm>
            <a:off x="685800" y="14570456"/>
            <a:ext cx="9985248" cy="2234184"/>
          </a:xfrm>
          <a:prstGeom prst="rect">
            <a:avLst/>
          </a:prstGeom>
          <a:solidFill>
            <a:srgbClr val="BBE0E3"/>
          </a:solidFill>
          <a:ln w="25400">
            <a:solidFill>
              <a:srgbClr val="003466"/>
            </a:solidFill>
          </a:ln>
        </p:spPr>
        <p:txBody>
          <a:bodyPr wrap="square" lIns="164592" rIns="164592" tIns="82296" bIns="82296">
            <a:spAutoFit/>
          </a:bodyPr>
          <a:lstStyle/>
          <a:p>
            <a:pPr>
              <a:spcAft>
                <a:spcPts val="500"/>
              </a:spcAft>
            </a:pPr>
            <a:r>
              <a:rPr sz="2400" b="1">
                <a:solidFill>
                  <a:srgbClr val="003466"/>
                </a:solidFill>
                <a:latin typeface="Arial Narrow"/>
              </a:rPr>
              <a:t>RESEARCH QUESTION</a:t>
            </a:r>
          </a:p>
          <a:p>
            <a:pPr>
              <a:spcAft>
                <a:spcPts val="500"/>
              </a:spcAft>
            </a:pPr>
            <a:r>
              <a:rPr sz="2400" b="0">
                <a:solidFill>
                  <a:srgbClr val="000000"/>
                </a:solidFill>
                <a:latin typeface="Arial Narrow"/>
              </a:rPr>
              <a:t>Does a structured, role-based multi-agent workflow (PM → Developer → Reviewer with an iteration loop) produce more correct and more requirement-compliant software than a single LLM given the same task — and at what cost in tokens and time?</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685800" y="17170400"/>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Goal &amp; Objectives</a:t>
            </a:r>
          </a:p>
        </p:txBody>
      </p:sp>
      <p:sp>
        <p:nvSpPr>
          <p:cNvPr id="13324" name="TextBox 13323"/>
          <p:cNvSpPr txBox="1"/>
          <p:nvPr/>
        </p:nvSpPr>
        <p:spPr>
          <a:xfrm>
            <a:off x="685800" y="17892776"/>
            <a:ext cx="9985248" cy="7288784"/>
          </a:xfrm>
          <a:prstGeom prst="rect">
            <a:avLst/>
          </a:prstGeom>
          <a:noFill/>
          <a:ln>
            <a:noFill/>
          </a:ln>
        </p:spPr>
        <p:txBody>
          <a:bodyPr wrap="square" lIns="164592" rIns="164592" tIns="82296" bIns="82296">
            <a:spAutoFit/>
          </a:bodyPr>
          <a:lstStyle/>
          <a:p>
            <a:pPr>
              <a:spcAft>
                <a:spcPts val="500"/>
              </a:spcAft>
            </a:pPr>
            <a:r>
              <a:rPr sz="2800" b="0">
                <a:solidFill>
                  <a:srgbClr val="000000"/>
                </a:solidFill>
                <a:latin typeface="Arial Narrow"/>
              </a:rPr>
              <a:t>Goal. Design, implement and evaluate an engine that simulates an autonomous software development team and turns a simple prompt into working, reviewed code through a controlled iteration loop.</a:t>
            </a:r>
          </a:p>
          <a:p>
            <a:pPr>
              <a:spcAft>
                <a:spcPts val="500"/>
              </a:spcAft>
            </a:pPr>
          </a:p>
          <a:p>
            <a:pPr marL="310896" indent="-310896">
              <a:spcAft>
                <a:spcPts val="500"/>
              </a:spcAft>
            </a:pPr>
            <a:r>
              <a:rPr sz="2800" b="0">
                <a:solidFill>
                  <a:srgbClr val="000000"/>
                </a:solidFill>
                <a:latin typeface="Arial Narrow"/>
              </a:rPr>
              <a:t>▪  Build the orchestration pipeline as a LangGraph state graph.</a:t>
            </a:r>
          </a:p>
          <a:p>
            <a:pPr marL="310896" indent="-310896">
              <a:spcAft>
                <a:spcPts val="500"/>
              </a:spcAft>
            </a:pPr>
            <a:r>
              <a:rPr sz="2800" b="0">
                <a:solidFill>
                  <a:srgbClr val="000000"/>
                </a:solidFill>
                <a:latin typeface="Arial Narrow"/>
              </a:rPr>
              <a:t>▪  Implement PM, Developer and Reviewer agents, each producing a well-defined artifact (spec, code, review report).</a:t>
            </a:r>
          </a:p>
          <a:p>
            <a:pPr marL="310896" indent="-310896">
              <a:spcAft>
                <a:spcPts val="500"/>
              </a:spcAft>
            </a:pPr>
            <a:r>
              <a:rPr sz="2800" b="0">
                <a:solidFill>
                  <a:srgbClr val="000000"/>
                </a:solidFill>
                <a:latin typeface="Arial Narrow"/>
              </a:rPr>
              <a:t>▪  Engineer loop prevention so the review/fix cycle always terminates.</a:t>
            </a:r>
          </a:p>
          <a:p>
            <a:pPr marL="310896" indent="-310896">
              <a:spcAft>
                <a:spcPts val="500"/>
              </a:spcAft>
            </a:pPr>
            <a:r>
              <a:rPr sz="2800" b="0">
                <a:solidFill>
                  <a:srgbClr val="000000"/>
                </a:solidFill>
                <a:latin typeface="Arial Narrow"/>
              </a:rPr>
              <a:t>▪  Implement memory management (rolling summarization and pruning).</a:t>
            </a:r>
          </a:p>
          <a:p>
            <a:pPr marL="310896" indent="-310896">
              <a:spcAft>
                <a:spcPts val="500"/>
              </a:spcAft>
            </a:pPr>
            <a:r>
              <a:rPr sz="2800" b="0">
                <a:solidFill>
                  <a:srgbClr val="000000"/>
                </a:solidFill>
                <a:latin typeface="Arial Narrow"/>
              </a:rPr>
              <a:t>▪  Persist every run, message, spec, code version, review and metric.</a:t>
            </a:r>
          </a:p>
          <a:p>
            <a:pPr marL="310896" indent="-310896">
              <a:spcAft>
                <a:spcPts val="500"/>
              </a:spcAft>
            </a:pPr>
            <a:r>
              <a:rPr sz="2800" b="0">
                <a:solidFill>
                  <a:srgbClr val="000000"/>
                </a:solidFill>
                <a:latin typeface="Arial Narrow"/>
              </a:rPr>
              <a:t>▪  Evaluate against a single-model baseline on ≥ 20 hidden-test tasks.</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685800" y="25547320"/>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Related Work</a:t>
            </a:r>
          </a:p>
        </p:txBody>
      </p:sp>
      <p:sp>
        <p:nvSpPr>
          <p:cNvPr id="13325" name="TextBox 13324"/>
          <p:cNvSpPr txBox="1"/>
          <p:nvPr/>
        </p:nvSpPr>
        <p:spPr>
          <a:xfrm>
            <a:off x="685800" y="26269696"/>
            <a:ext cx="9985248" cy="4516119"/>
          </a:xfrm>
          <a:prstGeom prst="rect">
            <a:avLst/>
          </a:prstGeom>
          <a:noFill/>
          <a:ln>
            <a:noFill/>
          </a:ln>
        </p:spPr>
        <p:txBody>
          <a:bodyPr wrap="square" lIns="164592" rIns="164592" tIns="82296" bIns="82296">
            <a:spAutoFit/>
          </a:bodyPr>
          <a:lstStyle/>
          <a:p>
            <a:pPr>
              <a:spcAft>
                <a:spcPts val="500"/>
              </a:spcAft>
            </a:pPr>
            <a:r>
              <a:rPr sz="2400" b="0">
                <a:solidFill>
                  <a:srgbClr val="000000"/>
                </a:solidFill>
                <a:latin typeface="Arial Narrow"/>
              </a:rPr>
              <a:t>Agentic frameworks show that decomposing a problem across cooperating LLMs improves quality on complex tasks: AutoGen provides a general multi-agent conversation layer (Wu et al., 2024); MetaGPT encodes standard operating procedures for software roles (Hong et al., 2024); ChatDev organises agents into a virtual software company (Qian et al., 2024). Self-Refine (Madaan et al., 2023) and Reflexion (Shinn et al., 2023) show that iterative self-feedback raises output quality, and SWE-bench (Jimenez et al., 2024) supplies a rigorous hidden-test evaluation protocol.</a:t>
            </a:r>
          </a:p>
          <a:p>
            <a:pPr>
              <a:spcAft>
                <a:spcPts val="500"/>
              </a:spcAft>
            </a:pPr>
          </a:p>
          <a:p>
            <a:pPr>
              <a:spcAft>
                <a:spcPts val="500"/>
              </a:spcAft>
            </a:pPr>
            <a:r>
              <a:rPr sz="2400" b="1">
                <a:solidFill>
                  <a:srgbClr val="000000"/>
                </a:solidFill>
                <a:latin typeface="Arial Narrow"/>
              </a:rPr>
              <a:t>Gap addressed. These systems report capability, but rarely report guaranteed termination or cost per successful task. MAWE makes the control flow explicit and testable, and measures cost-per-success directly.</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11475720" y="5029200"/>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System Architecture</a:t>
            </a:r>
          </a:p>
        </p:txBody>
      </p:sp>
      <p:sp>
        <p:nvSpPr>
          <p:cNvPr id="13326" name="Rounded Rectangle 13325"/>
          <p:cNvSpPr/>
          <p:nvPr/>
        </p:nvSpPr>
        <p:spPr>
          <a:xfrm>
            <a:off x="11658600" y="5751576"/>
            <a:ext cx="8202168" cy="1005840"/>
          </a:xfrm>
          <a:prstGeom prst="roundRect">
            <a:avLst/>
          </a:prstGeom>
          <a:solidFill>
            <a:srgbClr val="BBE0E3"/>
          </a:solidFill>
          <a:ln w="38100">
            <a:solidFill>
              <a:srgbClr val="00346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700" b="1">
                <a:solidFill>
                  <a:srgbClr val="003466"/>
                </a:solidFill>
                <a:latin typeface="Arial Narrow"/>
              </a:rPr>
              <a:t>User prompt</a:t>
            </a:r>
          </a:p>
          <a:p>
            <a:pPr algn="ctr"/>
            <a:r>
              <a:rPr sz="2000">
                <a:solidFill>
                  <a:srgbClr val="000000"/>
                </a:solidFill>
                <a:latin typeface="Arial Narrow"/>
              </a:rPr>
              <a:t>"Build a snake game"</a:t>
            </a:r>
          </a:p>
        </p:txBody>
      </p:sp>
      <p:sp>
        <p:nvSpPr>
          <p:cNvPr id="13327" name="Down Arrow 13326"/>
          <p:cNvSpPr/>
          <p:nvPr/>
        </p:nvSpPr>
        <p:spPr>
          <a:xfrm>
            <a:off x="15521939" y="6803136"/>
            <a:ext cx="475488" cy="292607"/>
          </a:xfrm>
          <a:prstGeom prst="downArrow">
            <a:avLst/>
          </a:prstGeom>
          <a:solidFill>
            <a:srgbClr val="0034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8" name="Rounded Rectangle 13327"/>
          <p:cNvSpPr/>
          <p:nvPr/>
        </p:nvSpPr>
        <p:spPr>
          <a:xfrm>
            <a:off x="11658600" y="7141464"/>
            <a:ext cx="8202168" cy="1005840"/>
          </a:xfrm>
          <a:prstGeom prst="roundRect">
            <a:avLst/>
          </a:prstGeom>
          <a:solidFill>
            <a:srgbClr val="FFFFFF"/>
          </a:solidFill>
          <a:ln w="38100">
            <a:solidFill>
              <a:srgbClr val="00346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700" b="1">
                <a:solidFill>
                  <a:srgbClr val="003466"/>
                </a:solidFill>
                <a:latin typeface="Arial Narrow"/>
              </a:rPr>
              <a:t>PM Agent</a:t>
            </a:r>
          </a:p>
          <a:p>
            <a:pPr algn="ctr"/>
            <a:r>
              <a:rPr sz="2000">
                <a:solidFill>
                  <a:srgbClr val="000000"/>
                </a:solidFill>
                <a:latin typeface="Arial Narrow"/>
              </a:rPr>
              <a:t>Structured spec + acceptance criteria</a:t>
            </a:r>
          </a:p>
        </p:txBody>
      </p:sp>
      <p:sp>
        <p:nvSpPr>
          <p:cNvPr id="13329" name="Down Arrow 13328"/>
          <p:cNvSpPr/>
          <p:nvPr/>
        </p:nvSpPr>
        <p:spPr>
          <a:xfrm>
            <a:off x="15521939" y="8193024"/>
            <a:ext cx="475488" cy="292607"/>
          </a:xfrm>
          <a:prstGeom prst="downArrow">
            <a:avLst/>
          </a:prstGeom>
          <a:solidFill>
            <a:srgbClr val="0034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0" name="Rounded Rectangle 13329"/>
          <p:cNvSpPr/>
          <p:nvPr/>
        </p:nvSpPr>
        <p:spPr>
          <a:xfrm>
            <a:off x="11658600" y="8531352"/>
            <a:ext cx="8202168" cy="1005840"/>
          </a:xfrm>
          <a:prstGeom prst="roundRect">
            <a:avLst/>
          </a:prstGeom>
          <a:solidFill>
            <a:srgbClr val="FFFFFF"/>
          </a:solidFill>
          <a:ln w="38100">
            <a:solidFill>
              <a:srgbClr val="00346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700" b="1">
                <a:solidFill>
                  <a:srgbClr val="003466"/>
                </a:solidFill>
                <a:latin typeface="Arial Narrow"/>
              </a:rPr>
              <a:t>Developer Agent</a:t>
            </a:r>
          </a:p>
          <a:p>
            <a:pPr algn="ctr"/>
            <a:r>
              <a:rPr sz="2000">
                <a:solidFill>
                  <a:srgbClr val="000000"/>
                </a:solidFill>
                <a:latin typeface="Arial Narrow"/>
              </a:rPr>
              <a:t>Python / JavaScript source files</a:t>
            </a:r>
          </a:p>
        </p:txBody>
      </p:sp>
      <p:sp>
        <p:nvSpPr>
          <p:cNvPr id="13331" name="Down Arrow 13330"/>
          <p:cNvSpPr/>
          <p:nvPr/>
        </p:nvSpPr>
        <p:spPr>
          <a:xfrm>
            <a:off x="15521939" y="9582912"/>
            <a:ext cx="475488" cy="292607"/>
          </a:xfrm>
          <a:prstGeom prst="downArrow">
            <a:avLst/>
          </a:prstGeom>
          <a:solidFill>
            <a:srgbClr val="0034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2" name="Rounded Rectangle 13331"/>
          <p:cNvSpPr/>
          <p:nvPr/>
        </p:nvSpPr>
        <p:spPr>
          <a:xfrm>
            <a:off x="11658600" y="9921240"/>
            <a:ext cx="8202168" cy="1005840"/>
          </a:xfrm>
          <a:prstGeom prst="roundRect">
            <a:avLst/>
          </a:prstGeom>
          <a:solidFill>
            <a:srgbClr val="FFFFFF"/>
          </a:solidFill>
          <a:ln w="38100">
            <a:solidFill>
              <a:srgbClr val="00346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700" b="1">
                <a:solidFill>
                  <a:srgbClr val="003466"/>
                </a:solidFill>
                <a:latin typeface="Arial Narrow"/>
              </a:rPr>
              <a:t>Reviewer Agent</a:t>
            </a:r>
          </a:p>
          <a:p>
            <a:pPr algn="ctr"/>
            <a:r>
              <a:rPr sz="2000">
                <a:solidFill>
                  <a:srgbClr val="000000"/>
                </a:solidFill>
                <a:latin typeface="Arial Narrow"/>
              </a:rPr>
              <a:t>Runs code + tests in Docker sandbox</a:t>
            </a:r>
          </a:p>
        </p:txBody>
      </p:sp>
      <p:sp>
        <p:nvSpPr>
          <p:cNvPr id="13333" name="Down Arrow 13332"/>
          <p:cNvSpPr/>
          <p:nvPr/>
        </p:nvSpPr>
        <p:spPr>
          <a:xfrm>
            <a:off x="15521939" y="10972800"/>
            <a:ext cx="475488" cy="292607"/>
          </a:xfrm>
          <a:prstGeom prst="downArrow">
            <a:avLst/>
          </a:prstGeom>
          <a:solidFill>
            <a:srgbClr val="0034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4" name="Rounded Rectangle 13333"/>
          <p:cNvSpPr/>
          <p:nvPr/>
        </p:nvSpPr>
        <p:spPr>
          <a:xfrm>
            <a:off x="11658600" y="11311128"/>
            <a:ext cx="8202168" cy="1005840"/>
          </a:xfrm>
          <a:prstGeom prst="roundRect">
            <a:avLst/>
          </a:prstGeom>
          <a:solidFill>
            <a:srgbClr val="BBE0E3"/>
          </a:solidFill>
          <a:ln w="38100">
            <a:solidFill>
              <a:srgbClr val="00346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700" b="1">
                <a:solidFill>
                  <a:srgbClr val="003466"/>
                </a:solidFill>
                <a:latin typeface="Arial Narrow"/>
              </a:rPr>
              <a:t>Finalize</a:t>
            </a:r>
          </a:p>
          <a:p>
            <a:pPr algn="ctr"/>
            <a:r>
              <a:rPr sz="2000">
                <a:solidFill>
                  <a:srgbClr val="000000"/>
                </a:solidFill>
                <a:latin typeface="Arial Narrow"/>
              </a:rPr>
              <a:t>Code, spec, review history, metrics</a:t>
            </a:r>
          </a:p>
        </p:txBody>
      </p:sp>
      <p:cxnSp>
        <p:nvCxnSpPr>
          <p:cNvPr id="13335" name="Connector 13334"/>
          <p:cNvCxnSpPr/>
          <p:nvPr/>
        </p:nvCxnSpPr>
        <p:spPr>
          <a:xfrm>
            <a:off x="19860768" y="10424160"/>
            <a:ext cx="457200" cy="0"/>
          </a:xfrm>
          <a:prstGeom prst="line">
            <a:avLst/>
          </a:prstGeom>
          <a:ln w="635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13336" name="Connector 13335"/>
          <p:cNvCxnSpPr/>
          <p:nvPr/>
        </p:nvCxnSpPr>
        <p:spPr>
          <a:xfrm flipV="1">
            <a:off x="20317968" y="9034272"/>
            <a:ext cx="0" cy="1389888"/>
          </a:xfrm>
          <a:prstGeom prst="line">
            <a:avLst/>
          </a:prstGeom>
          <a:ln w="63500">
            <a:solidFill>
              <a:srgbClr val="C0392B"/>
            </a:solidFill>
          </a:ln>
        </p:spPr>
        <p:style>
          <a:lnRef idx="2">
            <a:schemeClr val="accent1"/>
          </a:lnRef>
          <a:fillRef idx="0">
            <a:schemeClr val="accent1"/>
          </a:fillRef>
          <a:effectRef idx="1">
            <a:schemeClr val="accent1"/>
          </a:effectRef>
          <a:fontRef idx="minor">
            <a:schemeClr val="tx1"/>
          </a:fontRef>
        </p:style>
      </p:cxnSp>
      <p:cxnSp>
        <p:nvCxnSpPr>
          <p:cNvPr id="13337" name="Connector 13336"/>
          <p:cNvCxnSpPr/>
          <p:nvPr/>
        </p:nvCxnSpPr>
        <p:spPr>
          <a:xfrm flipH="1">
            <a:off x="19860768" y="9034272"/>
            <a:ext cx="457200" cy="0"/>
          </a:xfrm>
          <a:prstGeom prst="line">
            <a:avLst/>
          </a:prstGeom>
          <a:ln w="63500">
            <a:solidFill>
              <a:srgbClr val="C0392B"/>
            </a:solidFill>
            <a:tailEnd type="triangle" w="lg" len="lg"/>
          </a:ln>
        </p:spPr>
        <p:style>
          <a:lnRef idx="2">
            <a:schemeClr val="accent1"/>
          </a:lnRef>
          <a:fillRef idx="0">
            <a:schemeClr val="accent1"/>
          </a:fillRef>
          <a:effectRef idx="1">
            <a:schemeClr val="accent1"/>
          </a:effectRef>
          <a:fontRef idx="minor">
            <a:schemeClr val="tx1"/>
          </a:fontRef>
        </p:style>
      </p:cxnSp>
      <p:sp>
        <p:nvSpPr>
          <p:cNvPr id="13338" name="TextBox 13337"/>
          <p:cNvSpPr txBox="1"/>
          <p:nvPr/>
        </p:nvSpPr>
        <p:spPr>
          <a:xfrm>
            <a:off x="20391119" y="8997696"/>
            <a:ext cx="1069848" cy="1463040"/>
          </a:xfrm>
          <a:prstGeom prst="rect">
            <a:avLst/>
          </a:prstGeom>
          <a:noFill/>
          <a:ln>
            <a:noFill/>
          </a:ln>
        </p:spPr>
        <p:txBody>
          <a:bodyPr wrap="square" lIns="18288" rIns="18288">
            <a:spAutoFit/>
          </a:bodyPr>
          <a:lstStyle/>
          <a:p>
            <a:pPr algn="ctr"/>
            <a:r>
              <a:rPr sz="1600" b="1">
                <a:solidFill>
                  <a:srgbClr val="C0392B"/>
                </a:solidFill>
                <a:latin typeface="Arial Narrow"/>
              </a:rPr>
              <a:t>reject ∧</a:t>
            </a:r>
          </a:p>
          <a:p>
            <a:pPr algn="ctr"/>
            <a:r>
              <a:rPr sz="1600" b="1">
                <a:solidFill>
                  <a:srgbClr val="C0392B"/>
                </a:solidFill>
                <a:latin typeface="Arial Narrow"/>
              </a:rPr>
              <a:t>iter &lt; max</a:t>
            </a:r>
          </a:p>
          <a:p>
            <a:pPr algn="ctr"/>
            <a:r>
              <a:rPr sz="1600" b="1">
                <a:solidFill>
                  <a:srgbClr val="C0392B"/>
                </a:solidFill>
                <a:latin typeface="Arial Narrow"/>
              </a:rPr>
              <a:t>∧ progress</a:t>
            </a:r>
          </a:p>
        </p:txBody>
      </p:sp>
      <p:sp>
        <p:nvSpPr>
          <p:cNvPr id="13339" name="TextBox 13338"/>
          <p:cNvSpPr txBox="1"/>
          <p:nvPr/>
        </p:nvSpPr>
        <p:spPr>
          <a:xfrm>
            <a:off x="11475720" y="12728447"/>
            <a:ext cx="9985248" cy="1793747"/>
          </a:xfrm>
          <a:prstGeom prst="rect">
            <a:avLst/>
          </a:prstGeom>
          <a:solidFill>
            <a:srgbClr val="DAEDEF"/>
          </a:solidFill>
          <a:ln w="25400">
            <a:solidFill>
              <a:srgbClr val="003466"/>
            </a:solidFill>
          </a:ln>
        </p:spPr>
        <p:txBody>
          <a:bodyPr wrap="square" lIns="164592" rIns="164592" tIns="82296" bIns="82296">
            <a:spAutoFit/>
          </a:bodyPr>
          <a:lstStyle/>
          <a:p>
            <a:pPr>
              <a:spcAft>
                <a:spcPts val="500"/>
              </a:spcAft>
            </a:pPr>
            <a:r>
              <a:rPr sz="2400" b="0">
                <a:solidFill>
                  <a:srgbClr val="000000"/>
                </a:solidFill>
                <a:latin typeface="Arial Narrow"/>
              </a:rPr>
              <a:t>Six layers. Orchestration (LangGraph state graph) · Agent (role prompts and tools) · Safety (iteration caps, exit conditions, fallback routing) · Memory (summarization and pruning) · Persistence (SQLAlchemy / SQLite → PostgreSQL) · Evaluation (benchmarks against a single-model baseline).</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11475720" y="14887955"/>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Methodology</a:t>
            </a:r>
          </a:p>
        </p:txBody>
      </p:sp>
      <p:sp>
        <p:nvSpPr>
          <p:cNvPr id="13340" name="TextBox 13339"/>
          <p:cNvSpPr txBox="1"/>
          <p:nvPr/>
        </p:nvSpPr>
        <p:spPr>
          <a:xfrm>
            <a:off x="11475720" y="15610331"/>
            <a:ext cx="9985248" cy="6521195"/>
          </a:xfrm>
          <a:prstGeom prst="rect">
            <a:avLst/>
          </a:prstGeom>
          <a:noFill/>
          <a:ln>
            <a:noFill/>
          </a:ln>
        </p:spPr>
        <p:txBody>
          <a:bodyPr wrap="square" lIns="164592" rIns="164592" tIns="82296" bIns="82296">
            <a:spAutoFit/>
          </a:bodyPr>
          <a:lstStyle/>
          <a:p>
            <a:pPr>
              <a:spcAft>
                <a:spcPts val="500"/>
              </a:spcAft>
            </a:pPr>
            <a:r>
              <a:rPr sz="2600" b="0">
                <a:solidFill>
                  <a:srgbClr val="000000"/>
                </a:solidFill>
                <a:latin typeface="Arial Narrow"/>
              </a:rPr>
              <a:t>Development process. Four two-week Agile sprints; every change goes through a GitHub pull request reviewed by a teammate; GitHub Actions runs the unit-test suite on each push; 15-minute weekly stand-ups on a Kanban board.</a:t>
            </a:r>
          </a:p>
          <a:p>
            <a:pPr>
              <a:spcAft>
                <a:spcPts val="500"/>
              </a:spcAft>
            </a:pPr>
          </a:p>
          <a:p>
            <a:pPr>
              <a:spcAft>
                <a:spcPts val="500"/>
              </a:spcAft>
            </a:pPr>
            <a:r>
              <a:rPr sz="2600" b="0">
                <a:solidFill>
                  <a:srgbClr val="000000"/>
                </a:solidFill>
                <a:latin typeface="Arial Narrow"/>
              </a:rPr>
              <a:t>Workflow as a state graph. Nodes are agent steps (plan, develop, review, summarize, finalize); edges are routing rules evaluated on the current state, which makes the control flow explicit, testable and easy to visualise.</a:t>
            </a:r>
          </a:p>
          <a:p>
            <a:pPr>
              <a:spcAft>
                <a:spcPts val="500"/>
              </a:spcAft>
            </a:pPr>
          </a:p>
          <a:p>
            <a:pPr>
              <a:spcAft>
                <a:spcPts val="500"/>
              </a:spcAft>
            </a:pPr>
            <a:r>
              <a:rPr sz="2200" b="1">
                <a:solidFill>
                  <a:srgbClr val="003466"/>
                </a:solidFill>
                <a:latin typeface="Arial Narrow"/>
              </a:rPr>
              <a:t>START → PM.plan → Dev.implement → Reviewer.review → [approve → finalize] | [reject ∧ iter &lt; max ∧ progress → Dev.implement] | [reject ∧ (iter = max ∨ no progress) → finalize_with_warnings] → END</a:t>
            </a:r>
          </a:p>
          <a:p>
            <a:pPr>
              <a:spcAft>
                <a:spcPts val="500"/>
              </a:spcAft>
            </a:pPr>
          </a:p>
          <a:p>
            <a:pPr>
              <a:spcAft>
                <a:spcPts val="500"/>
              </a:spcAft>
            </a:pPr>
            <a:r>
              <a:rPr sz="2600" b="0">
                <a:solidFill>
                  <a:srgbClr val="000000"/>
                </a:solidFill>
                <a:latin typeface="Arial Narrow"/>
              </a:rPr>
              <a:t>Testing strategy. Unit tests for routing, loop-prevention rules, summarization and database access; integration tests over the full pipeline with a mocked LLM for determinism; end-to-end runs with real LLM calls before each milestone.</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11475720" y="22497288"/>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Loop Prevention &amp; Memory Management</a:t>
            </a:r>
          </a:p>
        </p:txBody>
      </p:sp>
      <p:sp>
        <p:nvSpPr>
          <p:cNvPr id="13341" name="TextBox 13340"/>
          <p:cNvSpPr txBox="1"/>
          <p:nvPr/>
        </p:nvSpPr>
        <p:spPr>
          <a:xfrm>
            <a:off x="11475720" y="23219664"/>
            <a:ext cx="9985248" cy="7271512"/>
          </a:xfrm>
          <a:prstGeom prst="rect">
            <a:avLst/>
          </a:prstGeom>
          <a:noFill/>
          <a:ln>
            <a:noFill/>
          </a:ln>
        </p:spPr>
        <p:txBody>
          <a:bodyPr wrap="square" lIns="164592" rIns="164592" tIns="82296" bIns="82296">
            <a:spAutoFit/>
          </a:bodyPr>
          <a:lstStyle/>
          <a:p>
            <a:pPr>
              <a:spcAft>
                <a:spcPts val="500"/>
              </a:spcAft>
            </a:pPr>
            <a:r>
              <a:rPr sz="2600" b="0">
                <a:solidFill>
                  <a:srgbClr val="000000"/>
                </a:solidFill>
                <a:latin typeface="Arial Narrow"/>
              </a:rPr>
              <a:t>The two failure modes that break autonomous agent pipelines are non-termination and context growth. Both are engineered against explicitly.</a:t>
            </a:r>
          </a:p>
          <a:p>
            <a:pPr>
              <a:spcAft>
                <a:spcPts val="500"/>
              </a:spcAft>
            </a:pPr>
          </a:p>
          <a:p>
            <a:pPr>
              <a:spcAft>
                <a:spcPts val="500"/>
              </a:spcAft>
            </a:pPr>
            <a:r>
              <a:rPr sz="2400" b="1">
                <a:solidFill>
                  <a:srgbClr val="003466"/>
                </a:solidFill>
                <a:latin typeface="Arial Narrow"/>
              </a:rPr>
              <a:t>Four termination mechanisms</a:t>
            </a:r>
          </a:p>
          <a:p>
            <a:pPr marL="310896" indent="-310896">
              <a:spcAft>
                <a:spcPts val="500"/>
              </a:spcAft>
            </a:pPr>
            <a:r>
              <a:rPr sz="2600" b="0">
                <a:solidFill>
                  <a:srgbClr val="000000"/>
                </a:solidFill>
                <a:latin typeface="Arial Narrow"/>
              </a:rPr>
              <a:t>▪  Hard iteration cap — configurable, default 5.</a:t>
            </a:r>
          </a:p>
          <a:p>
            <a:pPr marL="310896" indent="-310896">
              <a:spcAft>
                <a:spcPts val="500"/>
              </a:spcAft>
            </a:pPr>
            <a:r>
              <a:rPr sz="2600" b="0">
                <a:solidFill>
                  <a:srgbClr val="000000"/>
                </a:solidFill>
                <a:latin typeface="Arial Narrow"/>
              </a:rPr>
              <a:t>▪  Severity threshold — only critical and major issues cause rejection; minor issues are reported but do not block approval.</a:t>
            </a:r>
          </a:p>
          <a:p>
            <a:pPr marL="310896" indent="-310896">
              <a:spcAft>
                <a:spcPts val="500"/>
              </a:spcAft>
            </a:pPr>
            <a:r>
              <a:rPr sz="2600" b="0">
                <a:solidFill>
                  <a:srgbClr val="000000"/>
                </a:solidFill>
                <a:latin typeface="Arial Narrow"/>
              </a:rPr>
              <a:t>▪  No-progress detection — a SHA-256 hash of the Developer output exits the loop when the same code or the same issue list repeats.</a:t>
            </a:r>
          </a:p>
          <a:p>
            <a:pPr marL="310896" indent="-310896">
              <a:spcAft>
                <a:spcPts val="500"/>
              </a:spcAft>
            </a:pPr>
            <a:r>
              <a:rPr sz="2600" b="0">
                <a:solidFill>
                  <a:srgbClr val="000000"/>
                </a:solidFill>
                <a:latin typeface="Arial Narrow"/>
              </a:rPr>
              <a:t>▪  Fallback routing — on exit without approval the engine finalizes the best version with a warnings report rather than failing.</a:t>
            </a:r>
          </a:p>
          <a:p>
            <a:pPr>
              <a:spcAft>
                <a:spcPts val="500"/>
              </a:spcAft>
            </a:pPr>
          </a:p>
          <a:p>
            <a:pPr>
              <a:spcAft>
                <a:spcPts val="500"/>
              </a:spcAft>
            </a:pPr>
            <a:r>
              <a:rPr sz="2400" b="1">
                <a:solidFill>
                  <a:srgbClr val="003466"/>
                </a:solidFill>
                <a:latin typeface="Arial Narrow"/>
              </a:rPr>
              <a:t>Memory strategy</a:t>
            </a:r>
          </a:p>
          <a:p>
            <a:pPr>
              <a:spcAft>
                <a:spcPts val="500"/>
              </a:spcAft>
            </a:pPr>
            <a:r>
              <a:rPr sz="2600" b="0">
                <a:solidFill>
                  <a:srgbClr val="000000"/>
                </a:solidFill>
                <a:latin typeface="Arial Narrow"/>
              </a:rPr>
              <a:t>Only the latest spec, latest code and latest review stay in full context; older iterations are compressed into a compact progress log stored in memory_summaries, while every raw message is still persisted in the database so nothing is lost for later analysis.</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22274784" y="5029200"/>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Database Design</a:t>
            </a:r>
          </a:p>
        </p:txBody>
      </p:sp>
      <p:sp>
        <p:nvSpPr>
          <p:cNvPr id="13342" name="TextBox 13341"/>
          <p:cNvSpPr txBox="1"/>
          <p:nvPr/>
        </p:nvSpPr>
        <p:spPr>
          <a:xfrm>
            <a:off x="22274784" y="5751576"/>
            <a:ext cx="9985248" cy="1793747"/>
          </a:xfrm>
          <a:prstGeom prst="rect">
            <a:avLst/>
          </a:prstGeom>
          <a:noFill/>
          <a:ln>
            <a:noFill/>
          </a:ln>
        </p:spPr>
        <p:txBody>
          <a:bodyPr wrap="square" lIns="164592" rIns="164592" tIns="82296" bIns="82296">
            <a:spAutoFit/>
          </a:bodyPr>
          <a:lstStyle/>
          <a:p>
            <a:pPr>
              <a:spcAft>
                <a:spcPts val="500"/>
              </a:spcAft>
            </a:pPr>
            <a:r>
              <a:rPr sz="2400" b="0">
                <a:solidFill>
                  <a:srgbClr val="000000"/>
                </a:solidFill>
                <a:latin typeface="Arial Narrow"/>
              </a:rPr>
              <a:t>The database is the system’s memory of record: every run is fully traceable from the original prompt through each code version to the final metrics. The schema is in third normal form, written with SQLAlchemy so SQLite (development) migrates to PostgreSQL unchanged.</a:t>
            </a:r>
          </a:p>
        </p:txBody>
      </p:sp>
      <p:graphicFrame>
        <p:nvGraphicFramePr>
          <p:cNvPr id="13343" name="Table 13342"/>
          <p:cNvGraphicFramePr>
            <a:graphicFrameLocks noGrp="1"/>
          </p:cNvGraphicFramePr>
          <p:nvPr/>
        </p:nvGraphicFramePr>
        <p:xfrm>
          <a:off x="22274784" y="7911084"/>
          <a:ext cx="9985247" cy="5133975"/>
        </p:xfrm>
        <a:graphic>
          <a:graphicData uri="http://schemas.openxmlformats.org/drawingml/2006/table">
            <a:tbl>
              <a:tblPr firstRow="1" bandRow="1">
                <a:tableStyleId>{5C22544A-7EE6-4342-B048-85BDC9FD1C3A}</a:tableStyleId>
              </a:tblPr>
              <a:tblGrid>
                <a:gridCol w="3915783"/>
                <a:gridCol w="6069464"/>
              </a:tblGrid>
              <a:tr h="466725">
                <a:tc>
                  <a:txBody>
                    <a:bodyPr wrap="square"/>
                    <a:lstStyle/>
                    <a:p>
                      <a:r>
                        <a:rPr sz="2100" b="1">
                          <a:solidFill>
                            <a:srgbClr val="FFFFFF"/>
                          </a:solidFill>
                          <a:latin typeface="Arial Narrow"/>
                        </a:rPr>
                        <a:t>Table</a:t>
                      </a:r>
                    </a:p>
                  </a:txBody>
                  <a:tcPr marL="91440" marR="91440" marT="36576" marB="36576" anchor="ctr">
                    <a:solidFill>
                      <a:srgbClr val="003466"/>
                    </a:solidFill>
                  </a:tcPr>
                </a:tc>
                <a:tc>
                  <a:txBody>
                    <a:bodyPr wrap="square"/>
                    <a:lstStyle/>
                    <a:p>
                      <a:pPr algn="ctr"/>
                      <a:r>
                        <a:rPr sz="2100" b="1">
                          <a:solidFill>
                            <a:srgbClr val="FFFFFF"/>
                          </a:solidFill>
                          <a:latin typeface="Arial Narrow"/>
                        </a:rPr>
                        <a:t>Purpose</a:t>
                      </a:r>
                    </a:p>
                  </a:txBody>
                  <a:tcPr marL="91440" marR="91440" marT="36576" marB="36576" anchor="ctr">
                    <a:solidFill>
                      <a:srgbClr val="003466"/>
                    </a:solidFill>
                  </a:tcPr>
                </a:tc>
              </a:tr>
              <a:tr h="466725">
                <a:tc>
                  <a:txBody>
                    <a:bodyPr wrap="square"/>
                    <a:lstStyle/>
                    <a:p>
                      <a:r>
                        <a:rPr sz="2100" b="0">
                          <a:solidFill>
                            <a:srgbClr val="000000"/>
                          </a:solidFill>
                          <a:latin typeface="Arial Narrow"/>
                        </a:rPr>
                        <a:t>users / projects</a:t>
                      </a:r>
                    </a:p>
                  </a:txBody>
                  <a:tcPr marL="91440" marR="91440" marT="36576" marB="36576" anchor="ctr">
                    <a:solidFill>
                      <a:srgbClr val="FFFFFF"/>
                    </a:solidFill>
                  </a:tcPr>
                </a:tc>
                <a:tc>
                  <a:txBody>
                    <a:bodyPr wrap="square"/>
                    <a:lstStyle/>
                    <a:p>
                      <a:pPr algn="ctr"/>
                      <a:r>
                        <a:rPr sz="2100" b="0">
                          <a:solidFill>
                            <a:srgbClr val="000000"/>
                          </a:solidFill>
                          <a:latin typeface="Arial Narrow"/>
                        </a:rPr>
                        <a:t>Owner and the original idea prompt</a:t>
                      </a:r>
                    </a:p>
                  </a:txBody>
                  <a:tcPr marL="91440" marR="91440" marT="36576" marB="36576" anchor="ctr">
                    <a:solidFill>
                      <a:srgbClr val="FFFFFF"/>
                    </a:solidFill>
                  </a:tcPr>
                </a:tc>
              </a:tr>
              <a:tr h="466725">
                <a:tc>
                  <a:txBody>
                    <a:bodyPr wrap="square"/>
                    <a:lstStyle/>
                    <a:p>
                      <a:r>
                        <a:rPr sz="2100" b="0">
                          <a:solidFill>
                            <a:srgbClr val="000000"/>
                          </a:solidFill>
                          <a:latin typeface="Arial Narrow"/>
                        </a:rPr>
                        <a:t>agents</a:t>
                      </a:r>
                    </a:p>
                  </a:txBody>
                  <a:tcPr marL="91440" marR="91440" marT="36576" marB="36576" anchor="ctr">
                    <a:solidFill>
                      <a:srgbClr val="DAEDEF"/>
                    </a:solidFill>
                  </a:tcPr>
                </a:tc>
                <a:tc>
                  <a:txBody>
                    <a:bodyPr wrap="square"/>
                    <a:lstStyle/>
                    <a:p>
                      <a:pPr algn="ctr"/>
                      <a:r>
                        <a:rPr sz="2100" b="0">
                          <a:solidFill>
                            <a:srgbClr val="000000"/>
                          </a:solidFill>
                          <a:latin typeface="Arial Narrow"/>
                        </a:rPr>
                        <a:t>Role, model, system prompt, version</a:t>
                      </a:r>
                    </a:p>
                  </a:txBody>
                  <a:tcPr marL="91440" marR="91440" marT="36576" marB="36576" anchor="ctr">
                    <a:solidFill>
                      <a:srgbClr val="DAEDEF"/>
                    </a:solidFill>
                  </a:tcPr>
                </a:tc>
              </a:tr>
              <a:tr h="466725">
                <a:tc>
                  <a:txBody>
                    <a:bodyPr wrap="square"/>
                    <a:lstStyle/>
                    <a:p>
                      <a:r>
                        <a:rPr sz="2100" b="0">
                          <a:solidFill>
                            <a:srgbClr val="000000"/>
                          </a:solidFill>
                          <a:latin typeface="Arial Narrow"/>
                        </a:rPr>
                        <a:t>runs</a:t>
                      </a:r>
                    </a:p>
                  </a:txBody>
                  <a:tcPr marL="91440" marR="91440" marT="36576" marB="36576" anchor="ctr">
                    <a:solidFill>
                      <a:srgbClr val="FFFFFF"/>
                    </a:solidFill>
                  </a:tcPr>
                </a:tc>
                <a:tc>
                  <a:txBody>
                    <a:bodyPr wrap="square"/>
                    <a:lstStyle/>
                    <a:p>
                      <a:pPr algn="ctr"/>
                      <a:r>
                        <a:rPr sz="2100" b="0">
                          <a:solidFill>
                            <a:srgbClr val="000000"/>
                          </a:solidFill>
                          <a:latin typeface="Arial Narrow"/>
                        </a:rPr>
                        <a:t>Mode, status, iterations, tokens, cost</a:t>
                      </a:r>
                    </a:p>
                  </a:txBody>
                  <a:tcPr marL="91440" marR="91440" marT="36576" marB="36576" anchor="ctr">
                    <a:solidFill>
                      <a:srgbClr val="FFFFFF"/>
                    </a:solidFill>
                  </a:tcPr>
                </a:tc>
              </a:tr>
              <a:tr h="466725">
                <a:tc>
                  <a:txBody>
                    <a:bodyPr wrap="square"/>
                    <a:lstStyle/>
                    <a:p>
                      <a:r>
                        <a:rPr sz="2100" b="0">
                          <a:solidFill>
                            <a:srgbClr val="000000"/>
                          </a:solidFill>
                          <a:latin typeface="Arial Narrow"/>
                        </a:rPr>
                        <a:t>messages</a:t>
                      </a:r>
                    </a:p>
                  </a:txBody>
                  <a:tcPr marL="91440" marR="91440" marT="36576" marB="36576" anchor="ctr">
                    <a:solidFill>
                      <a:srgbClr val="DAEDEF"/>
                    </a:solidFill>
                  </a:tcPr>
                </a:tc>
                <a:tc>
                  <a:txBody>
                    <a:bodyPr wrap="square"/>
                    <a:lstStyle/>
                    <a:p>
                      <a:pPr algn="ctr"/>
                      <a:r>
                        <a:rPr sz="2100" b="0">
                          <a:solidFill>
                            <a:srgbClr val="000000"/>
                          </a:solidFill>
                          <a:latin typeface="Arial Narrow"/>
                        </a:rPr>
                        <a:t>Every agent-to-agent exchange</a:t>
                      </a:r>
                    </a:p>
                  </a:txBody>
                  <a:tcPr marL="91440" marR="91440" marT="36576" marB="36576" anchor="ctr">
                    <a:solidFill>
                      <a:srgbClr val="DAEDEF"/>
                    </a:solidFill>
                  </a:tcPr>
                </a:tc>
              </a:tr>
              <a:tr h="466725">
                <a:tc>
                  <a:txBody>
                    <a:bodyPr wrap="square"/>
                    <a:lstStyle/>
                    <a:p>
                      <a:r>
                        <a:rPr sz="2100" b="0">
                          <a:solidFill>
                            <a:srgbClr val="000000"/>
                          </a:solidFill>
                          <a:latin typeface="Arial Narrow"/>
                        </a:rPr>
                        <a:t>specifications</a:t>
                      </a:r>
                    </a:p>
                  </a:txBody>
                  <a:tcPr marL="91440" marR="91440" marT="36576" marB="36576" anchor="ctr">
                    <a:solidFill>
                      <a:srgbClr val="FFFFFF"/>
                    </a:solidFill>
                  </a:tcPr>
                </a:tc>
                <a:tc>
                  <a:txBody>
                    <a:bodyPr wrap="square"/>
                    <a:lstStyle/>
                    <a:p>
                      <a:pPr algn="ctr"/>
                      <a:r>
                        <a:rPr sz="2100" b="0">
                          <a:solidFill>
                            <a:srgbClr val="000000"/>
                          </a:solidFill>
                          <a:latin typeface="Arial Narrow"/>
                        </a:rPr>
                        <a:t>Versioned PM spec + acceptance criteria</a:t>
                      </a:r>
                    </a:p>
                  </a:txBody>
                  <a:tcPr marL="91440" marR="91440" marT="36576" marB="36576" anchor="ctr">
                    <a:solidFill>
                      <a:srgbClr val="FFFFFF"/>
                    </a:solidFill>
                  </a:tcPr>
                </a:tc>
              </a:tr>
              <a:tr h="466725">
                <a:tc>
                  <a:txBody>
                    <a:bodyPr wrap="square"/>
                    <a:lstStyle/>
                    <a:p>
                      <a:r>
                        <a:rPr sz="2100" b="0">
                          <a:solidFill>
                            <a:srgbClr val="000000"/>
                          </a:solidFill>
                          <a:latin typeface="Arial Narrow"/>
                        </a:rPr>
                        <a:t>code_artifacts</a:t>
                      </a:r>
                    </a:p>
                  </a:txBody>
                  <a:tcPr marL="91440" marR="91440" marT="36576" marB="36576" anchor="ctr">
                    <a:solidFill>
                      <a:srgbClr val="DAEDEF"/>
                    </a:solidFill>
                  </a:tcPr>
                </a:tc>
                <a:tc>
                  <a:txBody>
                    <a:bodyPr wrap="square"/>
                    <a:lstStyle/>
                    <a:p>
                      <a:pPr algn="ctr"/>
                      <a:r>
                        <a:rPr sz="2100" b="0">
                          <a:solidFill>
                            <a:srgbClr val="000000"/>
                          </a:solidFill>
                          <a:latin typeface="Arial Narrow"/>
                        </a:rPr>
                        <a:t>Each file per iteration + SHA-256 hash</a:t>
                      </a:r>
                    </a:p>
                  </a:txBody>
                  <a:tcPr marL="91440" marR="91440" marT="36576" marB="36576" anchor="ctr">
                    <a:solidFill>
                      <a:srgbClr val="DAEDEF"/>
                    </a:solidFill>
                  </a:tcPr>
                </a:tc>
              </a:tr>
              <a:tr h="466725">
                <a:tc>
                  <a:txBody>
                    <a:bodyPr wrap="square"/>
                    <a:lstStyle/>
                    <a:p>
                      <a:r>
                        <a:rPr sz="2100" b="0">
                          <a:solidFill>
                            <a:srgbClr val="000000"/>
                          </a:solidFill>
                          <a:latin typeface="Arial Narrow"/>
                        </a:rPr>
                        <a:t>reviews</a:t>
                      </a:r>
                    </a:p>
                  </a:txBody>
                  <a:tcPr marL="91440" marR="91440" marT="36576" marB="36576" anchor="ctr">
                    <a:solidFill>
                      <a:srgbClr val="FFFFFF"/>
                    </a:solidFill>
                  </a:tcPr>
                </a:tc>
                <a:tc>
                  <a:txBody>
                    <a:bodyPr wrap="square"/>
                    <a:lstStyle/>
                    <a:p>
                      <a:pPr algn="ctr"/>
                      <a:r>
                        <a:rPr sz="2100" b="0">
                          <a:solidFill>
                            <a:srgbClr val="000000"/>
                          </a:solidFill>
                          <a:latin typeface="Arial Narrow"/>
                        </a:rPr>
                        <a:t>Verdict, severity, tests passed/failed</a:t>
                      </a:r>
                    </a:p>
                  </a:txBody>
                  <a:tcPr marL="91440" marR="91440" marT="36576" marB="36576" anchor="ctr">
                    <a:solidFill>
                      <a:srgbClr val="FFFFFF"/>
                    </a:solidFill>
                  </a:tcPr>
                </a:tc>
              </a:tr>
              <a:tr h="466725">
                <a:tc>
                  <a:txBody>
                    <a:bodyPr wrap="square"/>
                    <a:lstStyle/>
                    <a:p>
                      <a:r>
                        <a:rPr sz="2100" b="0">
                          <a:solidFill>
                            <a:srgbClr val="000000"/>
                          </a:solidFill>
                          <a:latin typeface="Arial Narrow"/>
                        </a:rPr>
                        <a:t>memory_summaries</a:t>
                      </a:r>
                    </a:p>
                  </a:txBody>
                  <a:tcPr marL="91440" marR="91440" marT="36576" marB="36576" anchor="ctr">
                    <a:solidFill>
                      <a:srgbClr val="DAEDEF"/>
                    </a:solidFill>
                  </a:tcPr>
                </a:tc>
                <a:tc>
                  <a:txBody>
                    <a:bodyPr wrap="square"/>
                    <a:lstStyle/>
                    <a:p>
                      <a:pPr algn="ctr"/>
                      <a:r>
                        <a:rPr sz="2100" b="0">
                          <a:solidFill>
                            <a:srgbClr val="000000"/>
                          </a:solidFill>
                          <a:latin typeface="Arial Narrow"/>
                        </a:rPr>
                        <a:t>Compressed context, tokens before/after</a:t>
                      </a:r>
                    </a:p>
                  </a:txBody>
                  <a:tcPr marL="91440" marR="91440" marT="36576" marB="36576" anchor="ctr">
                    <a:solidFill>
                      <a:srgbClr val="DAEDEF"/>
                    </a:solidFill>
                  </a:tcPr>
                </a:tc>
              </a:tr>
              <a:tr h="466725">
                <a:tc>
                  <a:txBody>
                    <a:bodyPr wrap="square"/>
                    <a:lstStyle/>
                    <a:p>
                      <a:r>
                        <a:rPr sz="2100" b="0">
                          <a:solidFill>
                            <a:srgbClr val="000000"/>
                          </a:solidFill>
                          <a:latin typeface="Arial Narrow"/>
                        </a:rPr>
                        <a:t>benchmark_tasks</a:t>
                      </a:r>
                    </a:p>
                  </a:txBody>
                  <a:tcPr marL="91440" marR="91440" marT="36576" marB="36576" anchor="ctr">
                    <a:solidFill>
                      <a:srgbClr val="FFFFFF"/>
                    </a:solidFill>
                  </a:tcPr>
                </a:tc>
                <a:tc>
                  <a:txBody>
                    <a:bodyPr wrap="square"/>
                    <a:lstStyle/>
                    <a:p>
                      <a:pPr algn="ctr"/>
                      <a:r>
                        <a:rPr sz="2100" b="0">
                          <a:solidFill>
                            <a:srgbClr val="000000"/>
                          </a:solidFill>
                          <a:latin typeface="Arial Narrow"/>
                        </a:rPr>
                        <a:t>Prompt, difficulty, hidden tests</a:t>
                      </a:r>
                    </a:p>
                  </a:txBody>
                  <a:tcPr marL="91440" marR="91440" marT="36576" marB="36576" anchor="ctr">
                    <a:solidFill>
                      <a:srgbClr val="FFFFFF"/>
                    </a:solidFill>
                  </a:tcPr>
                </a:tc>
              </a:tr>
              <a:tr h="466725">
                <a:tc>
                  <a:txBody>
                    <a:bodyPr wrap="square"/>
                    <a:lstStyle/>
                    <a:p>
                      <a:r>
                        <a:rPr sz="2100" b="0">
                          <a:solidFill>
                            <a:srgbClr val="000000"/>
                          </a:solidFill>
                          <a:latin typeface="Arial Narrow"/>
                        </a:rPr>
                        <a:t>evaluation_results</a:t>
                      </a:r>
                    </a:p>
                  </a:txBody>
                  <a:tcPr marL="91440" marR="91440" marT="36576" marB="36576" anchor="ctr">
                    <a:solidFill>
                      <a:srgbClr val="DAEDEF"/>
                    </a:solidFill>
                  </a:tcPr>
                </a:tc>
                <a:tc>
                  <a:txBody>
                    <a:bodyPr wrap="square"/>
                    <a:lstStyle/>
                    <a:p>
                      <a:pPr algn="ctr"/>
                      <a:r>
                        <a:rPr sz="2100" b="0">
                          <a:solidFill>
                            <a:srgbClr val="000000"/>
                          </a:solidFill>
                          <a:latin typeface="Arial Narrow"/>
                        </a:rPr>
                        <a:t>Metric name and value per run</a:t>
                      </a:r>
                    </a:p>
                  </a:txBody>
                  <a:tcPr marL="91440" marR="91440" marT="36576" marB="36576" anchor="ctr">
                    <a:solidFill>
                      <a:srgbClr val="DAEDEF"/>
                    </a:solidFill>
                  </a:tcPr>
                </a:tc>
              </a:tr>
            </a:tbl>
          </a:graphicData>
        </a:graphic>
      </p:graphicFrame>
      <p:sp>
        <p:nvSpPr>
          <p:cNvPr id="13344" name="TextBox 13343"/>
          <p:cNvSpPr txBox="1"/>
          <p:nvPr/>
        </p:nvSpPr>
        <p:spPr>
          <a:xfrm>
            <a:off x="22274784" y="13410819"/>
            <a:ext cx="9985248" cy="988059"/>
          </a:xfrm>
          <a:prstGeom prst="rect">
            <a:avLst/>
          </a:prstGeom>
          <a:solidFill>
            <a:srgbClr val="BBE0E3"/>
          </a:solidFill>
          <a:ln w="25400">
            <a:solidFill>
              <a:srgbClr val="003466"/>
            </a:solidFill>
          </a:ln>
        </p:spPr>
        <p:txBody>
          <a:bodyPr wrap="square" lIns="164592" rIns="164592" tIns="82296" bIns="82296">
            <a:spAutoFit/>
          </a:bodyPr>
          <a:lstStyle/>
          <a:p>
            <a:pPr>
              <a:spcAft>
                <a:spcPts val="500"/>
              </a:spcAft>
            </a:pPr>
            <a:r>
              <a:rPr sz="2200" b="1">
                <a:solidFill>
                  <a:srgbClr val="003466"/>
                </a:solidFill>
                <a:latin typeface="Arial Narrow"/>
              </a:rPr>
              <a:t>USER ──&lt; PROJECT ──&lt; RUN ──&lt; { MESSAGE &gt;── AGENT, SPECIFICATION, CODE_ARTIFACT, REVIEW, MEMORY_SUMMARY, EVALUATION_RESULT } · BENCHMARK_TASK ──&lt; RUN</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22274784" y="14764639"/>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Implementation Status</a:t>
            </a:r>
          </a:p>
        </p:txBody>
      </p:sp>
      <p:sp>
        <p:nvSpPr>
          <p:cNvPr id="13345" name="TextBox 13344"/>
          <p:cNvSpPr txBox="1"/>
          <p:nvPr/>
        </p:nvSpPr>
        <p:spPr>
          <a:xfrm>
            <a:off x="22274784" y="15487015"/>
            <a:ext cx="9985248" cy="1793747"/>
          </a:xfrm>
          <a:prstGeom prst="rect">
            <a:avLst/>
          </a:prstGeom>
          <a:noFill/>
          <a:ln>
            <a:noFill/>
          </a:ln>
        </p:spPr>
        <p:txBody>
          <a:bodyPr wrap="square" lIns="164592" rIns="164592" tIns="82296" bIns="82296">
            <a:spAutoFit/>
          </a:bodyPr>
          <a:lstStyle/>
          <a:p>
            <a:pPr>
              <a:spcAft>
                <a:spcPts val="500"/>
              </a:spcAft>
            </a:pPr>
            <a:r>
              <a:rPr sz="2400" b="0">
                <a:solidFill>
                  <a:srgbClr val="000000"/>
                </a:solidFill>
                <a:latin typeface="Arial Narrow"/>
              </a:rPr>
              <a:t>Stack. Python 3.11+ · LangGraph · OpenAI / Anthropic / Google API SDKs · Docker sandbox with no network and CPU, memory and time limits · pytest and Jest · SQLAlchemy over SQLite → PostgreSQL · FastAPI · Git and GitHub Actions. No GPU is required: all models run in the cloud via API.</a:t>
            </a:r>
          </a:p>
        </p:txBody>
      </p:sp>
      <p:graphicFrame>
        <p:nvGraphicFramePr>
          <p:cNvPr id="13346" name="Table 13345"/>
          <p:cNvGraphicFramePr>
            <a:graphicFrameLocks noGrp="1"/>
          </p:cNvGraphicFramePr>
          <p:nvPr/>
        </p:nvGraphicFramePr>
        <p:xfrm>
          <a:off x="22274784" y="17646523"/>
          <a:ext cx="9985245" cy="2333625"/>
        </p:xfrm>
        <a:graphic>
          <a:graphicData uri="http://schemas.openxmlformats.org/drawingml/2006/table">
            <a:tbl>
              <a:tblPr firstRow="1" bandRow="1">
                <a:tableStyleId>{5C22544A-7EE6-4342-B048-85BDC9FD1C3A}</a:tableStyleId>
              </a:tblPr>
              <a:tblGrid>
                <a:gridCol w="3328415"/>
                <a:gridCol w="1356021"/>
                <a:gridCol w="3328415"/>
                <a:gridCol w="1972394"/>
              </a:tblGrid>
              <a:tr h="466725">
                <a:tc>
                  <a:txBody>
                    <a:bodyPr wrap="square"/>
                    <a:lstStyle/>
                    <a:p>
                      <a:r>
                        <a:rPr sz="2100" b="1">
                          <a:solidFill>
                            <a:srgbClr val="FFFFFF"/>
                          </a:solidFill>
                          <a:latin typeface="Arial Narrow"/>
                        </a:rPr>
                        <a:t>Phase</a:t>
                      </a:r>
                    </a:p>
                  </a:txBody>
                  <a:tcPr marL="91440" marR="91440" marT="36576" marB="36576" anchor="ctr">
                    <a:solidFill>
                      <a:srgbClr val="003466"/>
                    </a:solidFill>
                  </a:tcPr>
                </a:tc>
                <a:tc>
                  <a:txBody>
                    <a:bodyPr wrap="square"/>
                    <a:lstStyle/>
                    <a:p>
                      <a:pPr algn="ctr"/>
                      <a:r>
                        <a:rPr sz="2100" b="1">
                          <a:solidFill>
                            <a:srgbClr val="FFFFFF"/>
                          </a:solidFill>
                          <a:latin typeface="Arial Narrow"/>
                        </a:rPr>
                        <a:t>Weeks</a:t>
                      </a:r>
                    </a:p>
                  </a:txBody>
                  <a:tcPr marL="91440" marR="91440" marT="36576" marB="36576" anchor="ctr">
                    <a:solidFill>
                      <a:srgbClr val="003466"/>
                    </a:solidFill>
                  </a:tcPr>
                </a:tc>
                <a:tc>
                  <a:txBody>
                    <a:bodyPr wrap="square"/>
                    <a:lstStyle/>
                    <a:p>
                      <a:pPr algn="ctr"/>
                      <a:r>
                        <a:rPr sz="2100" b="1">
                          <a:solidFill>
                            <a:srgbClr val="FFFFFF"/>
                          </a:solidFill>
                          <a:latin typeface="Arial Narrow"/>
                        </a:rPr>
                        <a:t>Milestone</a:t>
                      </a:r>
                    </a:p>
                  </a:txBody>
                  <a:tcPr marL="91440" marR="91440" marT="36576" marB="36576" anchor="ctr">
                    <a:solidFill>
                      <a:srgbClr val="003466"/>
                    </a:solidFill>
                  </a:tcPr>
                </a:tc>
                <a:tc>
                  <a:txBody>
                    <a:bodyPr wrap="square"/>
                    <a:lstStyle/>
                    <a:p>
                      <a:pPr algn="ctr"/>
                      <a:r>
                        <a:rPr sz="2100" b="1">
                          <a:solidFill>
                            <a:srgbClr val="FFFFFF"/>
                          </a:solidFill>
                          <a:latin typeface="Arial Narrow"/>
                        </a:rPr>
                        <a:t>Status</a:t>
                      </a:r>
                    </a:p>
                  </a:txBody>
                  <a:tcPr marL="91440" marR="91440" marT="36576" marB="36576" anchor="ctr">
                    <a:solidFill>
                      <a:srgbClr val="003466"/>
                    </a:solidFill>
                  </a:tcPr>
                </a:tc>
              </a:tr>
              <a:tr h="466725">
                <a:tc>
                  <a:txBody>
                    <a:bodyPr wrap="square"/>
                    <a:lstStyle/>
                    <a:p>
                      <a:r>
                        <a:rPr sz="2100" b="0">
                          <a:solidFill>
                            <a:srgbClr val="000000"/>
                          </a:solidFill>
                          <a:latin typeface="Arial Narrow"/>
                        </a:rPr>
                        <a:t>1. Setup &amp; prototyping</a:t>
                      </a:r>
                    </a:p>
                  </a:txBody>
                  <a:tcPr marL="91440" marR="91440" marT="36576" marB="36576" anchor="ctr">
                    <a:solidFill>
                      <a:srgbClr val="FFFFFF"/>
                    </a:solidFill>
                  </a:tcPr>
                </a:tc>
                <a:tc>
                  <a:txBody>
                    <a:bodyPr wrap="square"/>
                    <a:lstStyle/>
                    <a:p>
                      <a:pPr algn="ctr"/>
                      <a:r>
                        <a:rPr sz="2100" b="0">
                          <a:solidFill>
                            <a:srgbClr val="000000"/>
                          </a:solidFill>
                          <a:latin typeface="Arial Narrow"/>
                        </a:rPr>
                        <a:t>1–2</a:t>
                      </a:r>
                    </a:p>
                  </a:txBody>
                  <a:tcPr marL="91440" marR="91440" marT="36576" marB="36576" anchor="ctr">
                    <a:solidFill>
                      <a:srgbClr val="FFFFFF"/>
                    </a:solidFill>
                  </a:tcPr>
                </a:tc>
                <a:tc>
                  <a:txBody>
                    <a:bodyPr wrap="square"/>
                    <a:lstStyle/>
                    <a:p>
                      <a:pPr algn="ctr"/>
                      <a:r>
                        <a:rPr sz="2100" b="0">
                          <a:solidFill>
                            <a:srgbClr val="000000"/>
                          </a:solidFill>
                          <a:latin typeface="Arial Narrow"/>
                        </a:rPr>
                        <a:t>M1 pipeline running</a:t>
                      </a:r>
                    </a:p>
                  </a:txBody>
                  <a:tcPr marL="91440" marR="91440" marT="36576" marB="36576" anchor="ctr">
                    <a:solidFill>
                      <a:srgbClr val="FFFFFF"/>
                    </a:solidFill>
                  </a:tcPr>
                </a:tc>
                <a:tc>
                  <a:txBody>
                    <a:bodyPr wrap="square"/>
                    <a:lstStyle/>
                    <a:p>
                      <a:pPr algn="ctr"/>
                      <a:r>
                        <a:rPr sz="2100" b="0">
                          <a:solidFill>
                            <a:srgbClr val="000000"/>
                          </a:solidFill>
                          <a:latin typeface="Arial Narrow"/>
                        </a:rPr>
                        <a:t>M1 met</a:t>
                      </a:r>
                    </a:p>
                  </a:txBody>
                  <a:tcPr marL="91440" marR="91440" marT="36576" marB="36576" anchor="ctr">
                    <a:solidFill>
                      <a:srgbClr val="FFFFFF"/>
                    </a:solidFill>
                  </a:tcPr>
                </a:tc>
              </a:tr>
              <a:tr h="466725">
                <a:tc>
                  <a:txBody>
                    <a:bodyPr wrap="square"/>
                    <a:lstStyle/>
                    <a:p>
                      <a:r>
                        <a:rPr sz="2100" b="0">
                          <a:solidFill>
                            <a:srgbClr val="000000"/>
                          </a:solidFill>
                          <a:latin typeface="Arial Narrow"/>
                        </a:rPr>
                        <a:t>2. Role implementation</a:t>
                      </a:r>
                    </a:p>
                  </a:txBody>
                  <a:tcPr marL="91440" marR="91440" marT="36576" marB="36576" anchor="ctr">
                    <a:solidFill>
                      <a:srgbClr val="DAEDEF"/>
                    </a:solidFill>
                  </a:tcPr>
                </a:tc>
                <a:tc>
                  <a:txBody>
                    <a:bodyPr wrap="square"/>
                    <a:lstStyle/>
                    <a:p>
                      <a:pPr algn="ctr"/>
                      <a:r>
                        <a:rPr sz="2100" b="0">
                          <a:solidFill>
                            <a:srgbClr val="000000"/>
                          </a:solidFill>
                          <a:latin typeface="Arial Narrow"/>
                        </a:rPr>
                        <a:t>3–5</a:t>
                      </a:r>
                    </a:p>
                  </a:txBody>
                  <a:tcPr marL="91440" marR="91440" marT="36576" marB="36576" anchor="ctr">
                    <a:solidFill>
                      <a:srgbClr val="DAEDEF"/>
                    </a:solidFill>
                  </a:tcPr>
                </a:tc>
                <a:tc>
                  <a:txBody>
                    <a:bodyPr wrap="square"/>
                    <a:lstStyle/>
                    <a:p>
                      <a:pPr algn="ctr"/>
                      <a:r>
                        <a:rPr sz="2100" b="0">
                          <a:solidFill>
                            <a:srgbClr val="000000"/>
                          </a:solidFill>
                          <a:latin typeface="Arial Narrow"/>
                        </a:rPr>
                        <a:t>M2 full PM/Dev/QA loop</a:t>
                      </a:r>
                    </a:p>
                  </a:txBody>
                  <a:tcPr marL="91440" marR="91440" marT="36576" marB="36576" anchor="ctr">
                    <a:solidFill>
                      <a:srgbClr val="DAEDEF"/>
                    </a:solidFill>
                  </a:tcPr>
                </a:tc>
                <a:tc>
                  <a:txBody>
                    <a:bodyPr wrap="square"/>
                    <a:lstStyle/>
                    <a:p>
                      <a:pPr algn="ctr"/>
                      <a:r>
                        <a:rPr sz="2100" b="0">
                          <a:solidFill>
                            <a:srgbClr val="000000"/>
                          </a:solidFill>
                          <a:latin typeface="Arial Narrow"/>
                        </a:rPr>
                        <a:t>Planned</a:t>
                      </a:r>
                    </a:p>
                  </a:txBody>
                  <a:tcPr marL="91440" marR="91440" marT="36576" marB="36576" anchor="ctr">
                    <a:solidFill>
                      <a:srgbClr val="DAEDEF"/>
                    </a:solidFill>
                  </a:tcPr>
                </a:tc>
              </a:tr>
              <a:tr h="466725">
                <a:tc>
                  <a:txBody>
                    <a:bodyPr wrap="square"/>
                    <a:lstStyle/>
                    <a:p>
                      <a:r>
                        <a:rPr sz="2100" b="0">
                          <a:solidFill>
                            <a:srgbClr val="000000"/>
                          </a:solidFill>
                          <a:latin typeface="Arial Narrow"/>
                        </a:rPr>
                        <a:t>3. Memory &amp; state</a:t>
                      </a:r>
                    </a:p>
                  </a:txBody>
                  <a:tcPr marL="91440" marR="91440" marT="36576" marB="36576" anchor="ctr">
                    <a:solidFill>
                      <a:srgbClr val="FFFFFF"/>
                    </a:solidFill>
                  </a:tcPr>
                </a:tc>
                <a:tc>
                  <a:txBody>
                    <a:bodyPr wrap="square"/>
                    <a:lstStyle/>
                    <a:p>
                      <a:pPr algn="ctr"/>
                      <a:r>
                        <a:rPr sz="2100" b="0">
                          <a:solidFill>
                            <a:srgbClr val="000000"/>
                          </a:solidFill>
                          <a:latin typeface="Arial Narrow"/>
                        </a:rPr>
                        <a:t>6–8</a:t>
                      </a:r>
                    </a:p>
                  </a:txBody>
                  <a:tcPr marL="91440" marR="91440" marT="36576" marB="36576" anchor="ctr">
                    <a:solidFill>
                      <a:srgbClr val="FFFFFF"/>
                    </a:solidFill>
                  </a:tcPr>
                </a:tc>
                <a:tc>
                  <a:txBody>
                    <a:bodyPr wrap="square"/>
                    <a:lstStyle/>
                    <a:p>
                      <a:pPr algn="ctr"/>
                      <a:r>
                        <a:rPr sz="2100" b="0">
                          <a:solidFill>
                            <a:srgbClr val="000000"/>
                          </a:solidFill>
                          <a:latin typeface="Arial Narrow"/>
                        </a:rPr>
                        <a:t>M3 engine v1.0</a:t>
                      </a:r>
                    </a:p>
                  </a:txBody>
                  <a:tcPr marL="91440" marR="91440" marT="36576" marB="36576" anchor="ctr">
                    <a:solidFill>
                      <a:srgbClr val="FFFFFF"/>
                    </a:solidFill>
                  </a:tcPr>
                </a:tc>
                <a:tc>
                  <a:txBody>
                    <a:bodyPr wrap="square"/>
                    <a:lstStyle/>
                    <a:p>
                      <a:pPr algn="ctr"/>
                      <a:r>
                        <a:rPr sz="2100" b="0">
                          <a:solidFill>
                            <a:srgbClr val="000000"/>
                          </a:solidFill>
                          <a:latin typeface="Arial Narrow"/>
                        </a:rPr>
                        <a:t>Planned</a:t>
                      </a:r>
                    </a:p>
                  </a:txBody>
                  <a:tcPr marL="91440" marR="91440" marT="36576" marB="36576" anchor="ctr">
                    <a:solidFill>
                      <a:srgbClr val="FFFFFF"/>
                    </a:solidFill>
                  </a:tcPr>
                </a:tc>
              </a:tr>
              <a:tr h="466725">
                <a:tc>
                  <a:txBody>
                    <a:bodyPr wrap="square"/>
                    <a:lstStyle/>
                    <a:p>
                      <a:r>
                        <a:rPr sz="2100" b="0">
                          <a:solidFill>
                            <a:srgbClr val="000000"/>
                          </a:solidFill>
                          <a:latin typeface="Arial Narrow"/>
                        </a:rPr>
                        <a:t>4. Testing &amp; evaluation</a:t>
                      </a:r>
                    </a:p>
                  </a:txBody>
                  <a:tcPr marL="91440" marR="91440" marT="36576" marB="36576" anchor="ctr">
                    <a:solidFill>
                      <a:srgbClr val="DAEDEF"/>
                    </a:solidFill>
                  </a:tcPr>
                </a:tc>
                <a:tc>
                  <a:txBody>
                    <a:bodyPr wrap="square"/>
                    <a:lstStyle/>
                    <a:p>
                      <a:pPr algn="ctr"/>
                      <a:r>
                        <a:rPr sz="2100" b="0">
                          <a:solidFill>
                            <a:srgbClr val="000000"/>
                          </a:solidFill>
                          <a:latin typeface="Arial Narrow"/>
                        </a:rPr>
                        <a:t>9–12</a:t>
                      </a:r>
                    </a:p>
                  </a:txBody>
                  <a:tcPr marL="91440" marR="91440" marT="36576" marB="36576" anchor="ctr">
                    <a:solidFill>
                      <a:srgbClr val="DAEDEF"/>
                    </a:solidFill>
                  </a:tcPr>
                </a:tc>
                <a:tc>
                  <a:txBody>
                    <a:bodyPr wrap="square"/>
                    <a:lstStyle/>
                    <a:p>
                      <a:pPr algn="ctr"/>
                      <a:r>
                        <a:rPr sz="2100" b="0">
                          <a:solidFill>
                            <a:srgbClr val="000000"/>
                          </a:solidFill>
                          <a:latin typeface="Arial Narrow"/>
                        </a:rPr>
                        <a:t>M4 benchmark + report</a:t>
                      </a:r>
                    </a:p>
                  </a:txBody>
                  <a:tcPr marL="91440" marR="91440" marT="36576" marB="36576" anchor="ctr">
                    <a:solidFill>
                      <a:srgbClr val="DAEDEF"/>
                    </a:solidFill>
                  </a:tcPr>
                </a:tc>
                <a:tc>
                  <a:txBody>
                    <a:bodyPr wrap="square"/>
                    <a:lstStyle/>
                    <a:p>
                      <a:pPr algn="ctr"/>
                      <a:r>
                        <a:rPr sz="2100" b="0">
                          <a:solidFill>
                            <a:srgbClr val="000000"/>
                          </a:solidFill>
                          <a:latin typeface="Arial Narrow"/>
                        </a:rPr>
                        <a:t>Planned</a:t>
                      </a:r>
                    </a:p>
                  </a:txBody>
                  <a:tcPr marL="91440" marR="91440" marT="36576" marB="36576" anchor="ctr">
                    <a:solidFill>
                      <a:srgbClr val="DAEDEF"/>
                    </a:solidFill>
                  </a:tcPr>
                </a:tc>
              </a:tr>
            </a:tbl>
          </a:graphicData>
        </a:graphic>
      </p:graphicFrame>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22274784" y="20345908"/>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Experimental Evaluation</a:t>
            </a:r>
          </a:p>
        </p:txBody>
      </p:sp>
      <p:sp>
        <p:nvSpPr>
          <p:cNvPr id="13347" name="TextBox 13346"/>
          <p:cNvSpPr txBox="1"/>
          <p:nvPr/>
        </p:nvSpPr>
        <p:spPr>
          <a:xfrm>
            <a:off x="22274784" y="21068284"/>
            <a:ext cx="9985248" cy="7153656"/>
          </a:xfrm>
          <a:prstGeom prst="rect">
            <a:avLst/>
          </a:prstGeom>
          <a:noFill/>
          <a:ln>
            <a:noFill/>
          </a:ln>
        </p:spPr>
        <p:txBody>
          <a:bodyPr wrap="square" lIns="164592" rIns="164592" tIns="82296" bIns="82296">
            <a:spAutoFit/>
          </a:bodyPr>
          <a:lstStyle/>
          <a:p>
            <a:pPr>
              <a:spcAft>
                <a:spcPts val="500"/>
              </a:spcAft>
            </a:pPr>
            <a:r>
              <a:rPr sz="2400" b="0">
                <a:solidFill>
                  <a:srgbClr val="000000"/>
                </a:solidFill>
                <a:latin typeface="Arial Narrow"/>
              </a:rPr>
              <a:t>Design. The same benchmark tasks are solved under four conditions using the same underlying model and temperature, so that any difference is attributable to the workflow rather than the model.</a:t>
            </a:r>
          </a:p>
          <a:p>
            <a:pPr>
              <a:spcAft>
                <a:spcPts val="500"/>
              </a:spcAft>
            </a:pPr>
          </a:p>
          <a:p>
            <a:pPr marL="310896" indent="-310896">
              <a:spcAft>
                <a:spcPts val="500"/>
              </a:spcAft>
            </a:pPr>
            <a:r>
              <a:rPr sz="2400" b="0">
                <a:solidFill>
                  <a:srgbClr val="000000"/>
                </a:solidFill>
                <a:latin typeface="Arial Narrow"/>
              </a:rPr>
              <a:t>▪  A — Single model (baseline): one call, one answer.</a:t>
            </a:r>
          </a:p>
          <a:p>
            <a:pPr marL="310896" indent="-310896">
              <a:spcAft>
                <a:spcPts val="500"/>
              </a:spcAft>
            </a:pPr>
            <a:r>
              <a:rPr sz="2400" b="0">
                <a:solidFill>
                  <a:srgbClr val="000000"/>
                </a:solidFill>
                <a:latin typeface="Arial Narrow"/>
              </a:rPr>
              <a:t>▪  B — Single model with self-refinement: the same model writes, then reviews and fixes its own code under the same iteration cap.</a:t>
            </a:r>
          </a:p>
          <a:p>
            <a:pPr marL="310896" indent="-310896">
              <a:spcAft>
                <a:spcPts val="500"/>
              </a:spcAft>
            </a:pPr>
            <a:r>
              <a:rPr sz="2400" b="0">
                <a:solidFill>
                  <a:srgbClr val="000000"/>
                </a:solidFill>
                <a:latin typeface="Arial Narrow"/>
              </a:rPr>
              <a:t>▪  C — MAWE (proposed): PM → Dev → Reviewer with loop prevention and memory management.</a:t>
            </a:r>
          </a:p>
          <a:p>
            <a:pPr marL="310896" indent="-310896">
              <a:spcAft>
                <a:spcPts val="500"/>
              </a:spcAft>
            </a:pPr>
            <a:r>
              <a:rPr sz="2400" b="0">
                <a:solidFill>
                  <a:srgbClr val="000000"/>
                </a:solidFill>
                <a:latin typeface="Arial Narrow"/>
              </a:rPr>
              <a:t>▪  C′ — Ablation: MAWE with summarization disabled.</a:t>
            </a:r>
          </a:p>
          <a:p>
            <a:pPr>
              <a:spcAft>
                <a:spcPts val="500"/>
              </a:spcAft>
            </a:pPr>
          </a:p>
          <a:p>
            <a:pPr>
              <a:spcAft>
                <a:spcPts val="500"/>
              </a:spcAft>
            </a:pPr>
            <a:r>
              <a:rPr sz="2400" b="0">
                <a:solidFill>
                  <a:srgbClr val="000000"/>
                </a:solidFill>
                <a:latin typeface="Arial Narrow"/>
              </a:rPr>
              <a:t>Benchmark. ≥ 20 Python and JavaScript tasks with hidden tests the agents never see — 7 easy, 8 medium, 5 hard. Three repetitions per task per condition (≈ 240 runs) to account for LLM non-determinism; means reported with 95% confidence intervals and tested with a paired t-test or Wilcoxon signed-rank test.</a:t>
            </a:r>
          </a:p>
          <a:p>
            <a:pPr>
              <a:spcAft>
                <a:spcPts val="500"/>
              </a:spcAft>
            </a:pPr>
          </a:p>
          <a:p>
            <a:pPr>
              <a:spcAft>
                <a:spcPts val="500"/>
              </a:spcAft>
            </a:pPr>
            <a:r>
              <a:rPr sz="2400" b="0">
                <a:solidFill>
                  <a:srgbClr val="000000"/>
                </a:solidFill>
                <a:latin typeface="Arial Narrow"/>
              </a:rPr>
              <a:t>Metrics. Hidden-test pass rate, task success rate, specification coverage, iterations used, total tokens, estimated cost, latency, termination reason and context reduction from summarization.</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33064703" y="5029200"/>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Preliminary Results</a:t>
            </a:r>
          </a:p>
        </p:txBody>
      </p:sp>
      <p:sp>
        <p:nvSpPr>
          <p:cNvPr id="13348" name="TextBox 13347"/>
          <p:cNvSpPr txBox="1"/>
          <p:nvPr/>
        </p:nvSpPr>
        <p:spPr>
          <a:xfrm>
            <a:off x="33064703" y="5751576"/>
            <a:ext cx="9985248" cy="1669796"/>
          </a:xfrm>
          <a:prstGeom prst="rect">
            <a:avLst/>
          </a:prstGeom>
          <a:noFill/>
          <a:ln>
            <a:noFill/>
          </a:ln>
        </p:spPr>
        <p:txBody>
          <a:bodyPr wrap="square" lIns="164592" rIns="164592" tIns="82296" bIns="82296">
            <a:spAutoFit/>
          </a:bodyPr>
          <a:lstStyle/>
          <a:p>
            <a:pPr>
              <a:spcAft>
                <a:spcPts val="500"/>
              </a:spcAft>
            </a:pPr>
            <a:r>
              <a:rPr sz="2200" b="0">
                <a:solidFill>
                  <a:srgbClr val="000000"/>
                </a:solidFill>
                <a:latin typeface="Arial Narrow"/>
              </a:rPr>
              <a:t>Milestone M1 (Week 2). The engine runs end to end against a scripted mock LLM, so the orchestration, loop-prevention and persistence layers can be measured with no API cost and with repeatable results. These numbers characterise the ENGINE, not model quality; code-quality benchmarks against real LLMs run in Phase 4.</a:t>
            </a:r>
          </a:p>
        </p:txBody>
      </p:sp>
      <p:graphicFrame>
        <p:nvGraphicFramePr>
          <p:cNvPr id="13349" name="Table 13348"/>
          <p:cNvGraphicFramePr>
            <a:graphicFrameLocks noGrp="1"/>
          </p:cNvGraphicFramePr>
          <p:nvPr/>
        </p:nvGraphicFramePr>
        <p:xfrm>
          <a:off x="33064703" y="7787132"/>
          <a:ext cx="9985245" cy="1689100"/>
        </p:xfrm>
        <a:graphic>
          <a:graphicData uri="http://schemas.openxmlformats.org/drawingml/2006/table">
            <a:tbl>
              <a:tblPr firstRow="1" bandRow="1">
                <a:tableStyleId>{5C22544A-7EE6-4342-B048-85BDC9FD1C3A}</a:tableStyleId>
              </a:tblPr>
              <a:tblGrid>
                <a:gridCol w="4236165"/>
                <a:gridCol w="1008610"/>
                <a:gridCol w="2319805"/>
                <a:gridCol w="1412055"/>
                <a:gridCol w="1008610"/>
              </a:tblGrid>
              <a:tr h="422275">
                <a:tc>
                  <a:txBody>
                    <a:bodyPr wrap="square"/>
                    <a:lstStyle/>
                    <a:p>
                      <a:r>
                        <a:rPr sz="1900" b="1">
                          <a:solidFill>
                            <a:srgbClr val="FFFFFF"/>
                          </a:solidFill>
                          <a:latin typeface="Arial Narrow"/>
                        </a:rPr>
                        <a:t>Scenario</a:t>
                      </a:r>
                    </a:p>
                  </a:txBody>
                  <a:tcPr marL="91440" marR="91440" marT="36576" marB="36576" anchor="ctr">
                    <a:solidFill>
                      <a:srgbClr val="003466"/>
                    </a:solidFill>
                  </a:tcPr>
                </a:tc>
                <a:tc>
                  <a:txBody>
                    <a:bodyPr wrap="square"/>
                    <a:lstStyle/>
                    <a:p>
                      <a:pPr algn="ctr"/>
                      <a:r>
                        <a:rPr sz="1900" b="1">
                          <a:solidFill>
                            <a:srgbClr val="FFFFFF"/>
                          </a:solidFill>
                          <a:latin typeface="Arial Narrow"/>
                        </a:rPr>
                        <a:t>Iter.</a:t>
                      </a:r>
                    </a:p>
                  </a:txBody>
                  <a:tcPr marL="91440" marR="91440" marT="36576" marB="36576" anchor="ctr">
                    <a:solidFill>
                      <a:srgbClr val="003466"/>
                    </a:solidFill>
                  </a:tcPr>
                </a:tc>
                <a:tc>
                  <a:txBody>
                    <a:bodyPr wrap="square"/>
                    <a:lstStyle/>
                    <a:p>
                      <a:pPr algn="ctr"/>
                      <a:r>
                        <a:rPr sz="1900" b="1">
                          <a:solidFill>
                            <a:srgbClr val="FFFFFF"/>
                          </a:solidFill>
                          <a:latin typeface="Arial Narrow"/>
                        </a:rPr>
                        <a:t>Termination</a:t>
                      </a:r>
                    </a:p>
                  </a:txBody>
                  <a:tcPr marL="91440" marR="91440" marT="36576" marB="36576" anchor="ctr">
                    <a:solidFill>
                      <a:srgbClr val="003466"/>
                    </a:solidFill>
                  </a:tcPr>
                </a:tc>
                <a:tc>
                  <a:txBody>
                    <a:bodyPr wrap="square"/>
                    <a:lstStyle/>
                    <a:p>
                      <a:pPr algn="ctr"/>
                      <a:r>
                        <a:rPr sz="1900" b="1">
                          <a:solidFill>
                            <a:srgbClr val="FFFFFF"/>
                          </a:solidFill>
                          <a:latin typeface="Arial Narrow"/>
                        </a:rPr>
                        <a:t>Tokens</a:t>
                      </a:r>
                    </a:p>
                  </a:txBody>
                  <a:tcPr marL="91440" marR="91440" marT="36576" marB="36576" anchor="ctr">
                    <a:solidFill>
                      <a:srgbClr val="003466"/>
                    </a:solidFill>
                  </a:tcPr>
                </a:tc>
                <a:tc>
                  <a:txBody>
                    <a:bodyPr wrap="square"/>
                    <a:lstStyle/>
                    <a:p>
                      <a:pPr algn="ctr"/>
                      <a:r>
                        <a:rPr sz="1900" b="1">
                          <a:solidFill>
                            <a:srgbClr val="FFFFFF"/>
                          </a:solidFill>
                          <a:latin typeface="Arial Narrow"/>
                        </a:rPr>
                        <a:t>Calls</a:t>
                      </a:r>
                    </a:p>
                  </a:txBody>
                  <a:tcPr marL="91440" marR="91440" marT="36576" marB="36576" anchor="ctr">
                    <a:solidFill>
                      <a:srgbClr val="003466"/>
                    </a:solidFill>
                  </a:tcPr>
                </a:tc>
              </a:tr>
              <a:tr h="422275">
                <a:tc>
                  <a:txBody>
                    <a:bodyPr wrap="square"/>
                    <a:lstStyle/>
                    <a:p>
                      <a:r>
                        <a:rPr sz="1900" b="0">
                          <a:solidFill>
                            <a:srgbClr val="000000"/>
                          </a:solidFill>
                          <a:latin typeface="Arial Narrow"/>
                        </a:rPr>
                        <a:t>Reject, reject, approve</a:t>
                      </a:r>
                    </a:p>
                  </a:txBody>
                  <a:tcPr marL="91440" marR="91440" marT="36576" marB="36576" anchor="ctr">
                    <a:solidFill>
                      <a:srgbClr val="FFFFFF"/>
                    </a:solidFill>
                  </a:tcPr>
                </a:tc>
                <a:tc>
                  <a:txBody>
                    <a:bodyPr wrap="square"/>
                    <a:lstStyle/>
                    <a:p>
                      <a:pPr algn="ctr"/>
                      <a:r>
                        <a:rPr sz="1900" b="0">
                          <a:solidFill>
                            <a:srgbClr val="000000"/>
                          </a:solidFill>
                          <a:latin typeface="Arial Narrow"/>
                        </a:rPr>
                        <a:t>2</a:t>
                      </a:r>
                    </a:p>
                  </a:txBody>
                  <a:tcPr marL="91440" marR="91440" marT="36576" marB="36576" anchor="ctr">
                    <a:solidFill>
                      <a:srgbClr val="FFFFFF"/>
                    </a:solidFill>
                  </a:tcPr>
                </a:tc>
                <a:tc>
                  <a:txBody>
                    <a:bodyPr wrap="square"/>
                    <a:lstStyle/>
                    <a:p>
                      <a:pPr algn="ctr"/>
                      <a:r>
                        <a:rPr sz="1900" b="0">
                          <a:solidFill>
                            <a:srgbClr val="000000"/>
                          </a:solidFill>
                          <a:latin typeface="Arial Narrow"/>
                        </a:rPr>
                        <a:t>approved</a:t>
                      </a:r>
                    </a:p>
                  </a:txBody>
                  <a:tcPr marL="91440" marR="91440" marT="36576" marB="36576" anchor="ctr">
                    <a:solidFill>
                      <a:srgbClr val="FFFFFF"/>
                    </a:solidFill>
                  </a:tcPr>
                </a:tc>
                <a:tc>
                  <a:txBody>
                    <a:bodyPr wrap="square"/>
                    <a:lstStyle/>
                    <a:p>
                      <a:pPr algn="ctr"/>
                      <a:r>
                        <a:rPr sz="1900" b="0">
                          <a:solidFill>
                            <a:srgbClr val="000000"/>
                          </a:solidFill>
                          <a:latin typeface="Arial Narrow"/>
                        </a:rPr>
                        <a:t>1,002</a:t>
                      </a:r>
                    </a:p>
                  </a:txBody>
                  <a:tcPr marL="91440" marR="91440" marT="36576" marB="36576" anchor="ctr">
                    <a:solidFill>
                      <a:srgbClr val="FFFFFF"/>
                    </a:solidFill>
                  </a:tcPr>
                </a:tc>
                <a:tc>
                  <a:txBody>
                    <a:bodyPr wrap="square"/>
                    <a:lstStyle/>
                    <a:p>
                      <a:pPr algn="ctr"/>
                      <a:r>
                        <a:rPr sz="1900" b="0">
                          <a:solidFill>
                            <a:srgbClr val="000000"/>
                          </a:solidFill>
                          <a:latin typeface="Arial Narrow"/>
                        </a:rPr>
                        <a:t>6</a:t>
                      </a:r>
                    </a:p>
                  </a:txBody>
                  <a:tcPr marL="91440" marR="91440" marT="36576" marB="36576" anchor="ctr">
                    <a:solidFill>
                      <a:srgbClr val="FFFFFF"/>
                    </a:solidFill>
                  </a:tcPr>
                </a:tc>
              </a:tr>
              <a:tr h="422275">
                <a:tc>
                  <a:txBody>
                    <a:bodyPr wrap="square"/>
                    <a:lstStyle/>
                    <a:p>
                      <a:r>
                        <a:rPr sz="1900" b="0">
                          <a:solidFill>
                            <a:srgbClr val="000000"/>
                          </a:solidFill>
                          <a:latin typeface="Arial Narrow"/>
                        </a:rPr>
                        <a:t>Developer returns identical code</a:t>
                      </a:r>
                    </a:p>
                  </a:txBody>
                  <a:tcPr marL="91440" marR="91440" marT="36576" marB="36576" anchor="ctr">
                    <a:solidFill>
                      <a:srgbClr val="DAEDEF"/>
                    </a:solidFill>
                  </a:tcPr>
                </a:tc>
                <a:tc>
                  <a:txBody>
                    <a:bodyPr wrap="square"/>
                    <a:lstStyle/>
                    <a:p>
                      <a:pPr algn="ctr"/>
                      <a:r>
                        <a:rPr sz="1900" b="0">
                          <a:solidFill>
                            <a:srgbClr val="000000"/>
                          </a:solidFill>
                          <a:latin typeface="Arial Narrow"/>
                        </a:rPr>
                        <a:t>2</a:t>
                      </a:r>
                    </a:p>
                  </a:txBody>
                  <a:tcPr marL="91440" marR="91440" marT="36576" marB="36576" anchor="ctr">
                    <a:solidFill>
                      <a:srgbClr val="DAEDEF"/>
                    </a:solidFill>
                  </a:tcPr>
                </a:tc>
                <a:tc>
                  <a:txBody>
                    <a:bodyPr wrap="square"/>
                    <a:lstStyle/>
                    <a:p>
                      <a:pPr algn="ctr"/>
                      <a:r>
                        <a:rPr sz="1900" b="0">
                          <a:solidFill>
                            <a:srgbClr val="000000"/>
                          </a:solidFill>
                          <a:latin typeface="Arial Narrow"/>
                        </a:rPr>
                        <a:t>no_progress</a:t>
                      </a:r>
                    </a:p>
                  </a:txBody>
                  <a:tcPr marL="91440" marR="91440" marT="36576" marB="36576" anchor="ctr">
                    <a:solidFill>
                      <a:srgbClr val="DAEDEF"/>
                    </a:solidFill>
                  </a:tcPr>
                </a:tc>
                <a:tc>
                  <a:txBody>
                    <a:bodyPr wrap="square"/>
                    <a:lstStyle/>
                    <a:p>
                      <a:pPr algn="ctr"/>
                      <a:r>
                        <a:rPr sz="1900" b="0">
                          <a:solidFill>
                            <a:srgbClr val="000000"/>
                          </a:solidFill>
                          <a:latin typeface="Arial Narrow"/>
                        </a:rPr>
                        <a:t>863</a:t>
                      </a:r>
                    </a:p>
                  </a:txBody>
                  <a:tcPr marL="91440" marR="91440" marT="36576" marB="36576" anchor="ctr">
                    <a:solidFill>
                      <a:srgbClr val="DAEDEF"/>
                    </a:solidFill>
                  </a:tcPr>
                </a:tc>
                <a:tc>
                  <a:txBody>
                    <a:bodyPr wrap="square"/>
                    <a:lstStyle/>
                    <a:p>
                      <a:pPr algn="ctr"/>
                      <a:r>
                        <a:rPr sz="1900" b="0">
                          <a:solidFill>
                            <a:srgbClr val="000000"/>
                          </a:solidFill>
                          <a:latin typeface="Arial Narrow"/>
                        </a:rPr>
                        <a:t>5</a:t>
                      </a:r>
                    </a:p>
                  </a:txBody>
                  <a:tcPr marL="91440" marR="91440" marT="36576" marB="36576" anchor="ctr">
                    <a:solidFill>
                      <a:srgbClr val="DAEDEF"/>
                    </a:solidFill>
                  </a:tcPr>
                </a:tc>
              </a:tr>
              <a:tr h="422275">
                <a:tc>
                  <a:txBody>
                    <a:bodyPr wrap="square"/>
                    <a:lstStyle/>
                    <a:p>
                      <a:r>
                        <a:rPr sz="1900" b="0">
                          <a:solidFill>
                            <a:srgbClr val="000000"/>
                          </a:solidFill>
                          <a:latin typeface="Arial Narrow"/>
                        </a:rPr>
                        <a:t>Reviewer never approves</a:t>
                      </a:r>
                    </a:p>
                  </a:txBody>
                  <a:tcPr marL="91440" marR="91440" marT="36576" marB="36576" anchor="ctr">
                    <a:solidFill>
                      <a:srgbClr val="FFFFFF"/>
                    </a:solidFill>
                  </a:tcPr>
                </a:tc>
                <a:tc>
                  <a:txBody>
                    <a:bodyPr wrap="square"/>
                    <a:lstStyle/>
                    <a:p>
                      <a:pPr algn="ctr"/>
                      <a:r>
                        <a:rPr sz="1900" b="0">
                          <a:solidFill>
                            <a:srgbClr val="000000"/>
                          </a:solidFill>
                          <a:latin typeface="Arial Narrow"/>
                        </a:rPr>
                        <a:t>5</a:t>
                      </a:r>
                    </a:p>
                  </a:txBody>
                  <a:tcPr marL="91440" marR="91440" marT="36576" marB="36576" anchor="ctr">
                    <a:solidFill>
                      <a:srgbClr val="FFFFFF"/>
                    </a:solidFill>
                  </a:tcPr>
                </a:tc>
                <a:tc>
                  <a:txBody>
                    <a:bodyPr wrap="square"/>
                    <a:lstStyle/>
                    <a:p>
                      <a:pPr algn="ctr"/>
                      <a:r>
                        <a:rPr sz="1900" b="0">
                          <a:solidFill>
                            <a:srgbClr val="000000"/>
                          </a:solidFill>
                          <a:latin typeface="Arial Narrow"/>
                        </a:rPr>
                        <a:t>iteration_cap</a:t>
                      </a:r>
                    </a:p>
                  </a:txBody>
                  <a:tcPr marL="91440" marR="91440" marT="36576" marB="36576" anchor="ctr">
                    <a:solidFill>
                      <a:srgbClr val="FFFFFF"/>
                    </a:solidFill>
                  </a:tcPr>
                </a:tc>
                <a:tc>
                  <a:txBody>
                    <a:bodyPr wrap="square"/>
                    <a:lstStyle/>
                    <a:p>
                      <a:pPr algn="ctr"/>
                      <a:r>
                        <a:rPr sz="1900" b="0">
                          <a:solidFill>
                            <a:srgbClr val="000000"/>
                          </a:solidFill>
                          <a:latin typeface="Arial Narrow"/>
                        </a:rPr>
                        <a:t>2,099</a:t>
                      </a:r>
                    </a:p>
                  </a:txBody>
                  <a:tcPr marL="91440" marR="91440" marT="36576" marB="36576" anchor="ctr">
                    <a:solidFill>
                      <a:srgbClr val="FFFFFF"/>
                    </a:solidFill>
                  </a:tcPr>
                </a:tc>
                <a:tc>
                  <a:txBody>
                    <a:bodyPr wrap="square"/>
                    <a:lstStyle/>
                    <a:p>
                      <a:pPr algn="ctr"/>
                      <a:r>
                        <a:rPr sz="1900" b="0">
                          <a:solidFill>
                            <a:srgbClr val="000000"/>
                          </a:solidFill>
                          <a:latin typeface="Arial Narrow"/>
                        </a:rPr>
                        <a:t>12</a:t>
                      </a:r>
                    </a:p>
                  </a:txBody>
                  <a:tcPr marL="91440" marR="91440" marT="36576" marB="36576" anchor="ctr">
                    <a:solidFill>
                      <a:srgbClr val="FFFFFF"/>
                    </a:solidFill>
                  </a:tcPr>
                </a:tc>
              </a:tr>
            </a:tbl>
          </a:graphicData>
        </a:graphic>
      </p:graphicFrame>
      <p:sp>
        <p:nvSpPr>
          <p:cNvPr id="13350" name="TextBox 13349"/>
          <p:cNvSpPr txBox="1"/>
          <p:nvPr/>
        </p:nvSpPr>
        <p:spPr>
          <a:xfrm>
            <a:off x="33064703" y="9841992"/>
            <a:ext cx="9985248" cy="1669796"/>
          </a:xfrm>
          <a:prstGeom prst="rect">
            <a:avLst/>
          </a:prstGeom>
          <a:solidFill>
            <a:srgbClr val="BBE0E3"/>
          </a:solidFill>
          <a:ln w="25400">
            <a:solidFill>
              <a:srgbClr val="003466"/>
            </a:solidFill>
          </a:ln>
        </p:spPr>
        <p:txBody>
          <a:bodyPr wrap="square" lIns="164592" rIns="164592" tIns="82296" bIns="82296">
            <a:spAutoFit/>
          </a:bodyPr>
          <a:lstStyle/>
          <a:p>
            <a:pPr>
              <a:spcAft>
                <a:spcPts val="500"/>
              </a:spcAft>
            </a:pPr>
            <a:r>
              <a:rPr sz="2200" b="1">
                <a:solidFill>
                  <a:srgbClr val="003466"/>
                </a:solidFill>
                <a:latin typeface="Arial Narrow"/>
              </a:rPr>
              <a:t>3 / 3 runs terminated — no hang, no manual stop. All three exit paths fire: severity threshold, code-hash no-progress detection and the hard iteration cap. 20 messages, 3 specifications, 9 code artifacts and 8 reviews persisted to SQLite and queryable per run.</a:t>
            </a:r>
          </a:p>
        </p:txBody>
      </p:sp>
      <p:graphicFrame>
        <p:nvGraphicFramePr>
          <p:cNvPr id="13351" name="Table 13350"/>
          <p:cNvGraphicFramePr>
            <a:graphicFrameLocks noGrp="1"/>
          </p:cNvGraphicFramePr>
          <p:nvPr/>
        </p:nvGraphicFramePr>
        <p:xfrm>
          <a:off x="33064703" y="11877548"/>
          <a:ext cx="9985246" cy="2111375"/>
        </p:xfrm>
        <a:graphic>
          <a:graphicData uri="http://schemas.openxmlformats.org/drawingml/2006/table">
            <a:tbl>
              <a:tblPr firstRow="1" bandRow="1">
                <a:tableStyleId>{5C22544A-7EE6-4342-B048-85BDC9FD1C3A}</a:tableStyleId>
              </a:tblPr>
              <a:tblGrid>
                <a:gridCol w="3630999"/>
                <a:gridCol w="1928968"/>
                <a:gridCol w="2155905"/>
                <a:gridCol w="2269374"/>
              </a:tblGrid>
              <a:tr h="422275">
                <a:tc>
                  <a:txBody>
                    <a:bodyPr wrap="square"/>
                    <a:lstStyle/>
                    <a:p>
                      <a:r>
                        <a:rPr sz="1900" b="1">
                          <a:solidFill>
                            <a:srgbClr val="FFFFFF"/>
                          </a:solidFill>
                          <a:latin typeface="Arial Narrow"/>
                        </a:rPr>
                        <a:t>Phase 4 template</a:t>
                      </a:r>
                    </a:p>
                  </a:txBody>
                  <a:tcPr marL="91440" marR="91440" marT="36576" marB="36576" anchor="ctr">
                    <a:solidFill>
                      <a:srgbClr val="003466"/>
                    </a:solidFill>
                  </a:tcPr>
                </a:tc>
                <a:tc>
                  <a:txBody>
                    <a:bodyPr wrap="square"/>
                    <a:lstStyle/>
                    <a:p>
                      <a:pPr algn="ctr"/>
                      <a:r>
                        <a:rPr sz="1900" b="1">
                          <a:solidFill>
                            <a:srgbClr val="FFFFFF"/>
                          </a:solidFill>
                          <a:latin typeface="Arial Narrow"/>
                        </a:rPr>
                        <a:t>Pass rate</a:t>
                      </a:r>
                    </a:p>
                  </a:txBody>
                  <a:tcPr marL="91440" marR="91440" marT="36576" marB="36576" anchor="ctr">
                    <a:solidFill>
                      <a:srgbClr val="003466"/>
                    </a:solidFill>
                  </a:tcPr>
                </a:tc>
                <a:tc>
                  <a:txBody>
                    <a:bodyPr wrap="square"/>
                    <a:lstStyle/>
                    <a:p>
                      <a:pPr algn="ctr"/>
                      <a:r>
                        <a:rPr sz="1900" b="1">
                          <a:solidFill>
                            <a:srgbClr val="FFFFFF"/>
                          </a:solidFill>
                          <a:latin typeface="Arial Narrow"/>
                        </a:rPr>
                        <a:t>Task success</a:t>
                      </a:r>
                    </a:p>
                  </a:txBody>
                  <a:tcPr marL="91440" marR="91440" marT="36576" marB="36576" anchor="ctr">
                    <a:solidFill>
                      <a:srgbClr val="003466"/>
                    </a:solidFill>
                  </a:tcPr>
                </a:tc>
                <a:tc>
                  <a:txBody>
                    <a:bodyPr wrap="square"/>
                    <a:lstStyle/>
                    <a:p>
                      <a:pPr algn="ctr"/>
                      <a:r>
                        <a:rPr sz="1900" b="1">
                          <a:solidFill>
                            <a:srgbClr val="FFFFFF"/>
                          </a:solidFill>
                          <a:latin typeface="Arial Narrow"/>
                        </a:rPr>
                        <a:t>Cost / success</a:t>
                      </a:r>
                    </a:p>
                  </a:txBody>
                  <a:tcPr marL="91440" marR="91440" marT="36576" marB="36576" anchor="ctr">
                    <a:solidFill>
                      <a:srgbClr val="003466"/>
                    </a:solidFill>
                  </a:tcPr>
                </a:tc>
              </a:tr>
              <a:tr h="422275">
                <a:tc>
                  <a:txBody>
                    <a:bodyPr wrap="square"/>
                    <a:lstStyle/>
                    <a:p>
                      <a:r>
                        <a:rPr sz="1900" b="0">
                          <a:solidFill>
                            <a:srgbClr val="000000"/>
                          </a:solidFill>
                          <a:latin typeface="Arial Narrow"/>
                        </a:rPr>
                        <a:t>A — Single model</a:t>
                      </a:r>
                    </a:p>
                  </a:txBody>
                  <a:tcPr marL="91440" marR="91440" marT="36576" marB="36576" anchor="ctr">
                    <a:solidFill>
                      <a:srgbClr val="FFFFFF"/>
                    </a:solidFill>
                  </a:tcPr>
                </a:tc>
                <a:tc>
                  <a:txBody>
                    <a:bodyPr wrap="square"/>
                    <a:lstStyle/>
                    <a:p>
                      <a:pPr algn="ctr"/>
                      <a:r>
                        <a:rPr sz="1900" b="0">
                          <a:solidFill>
                            <a:srgbClr val="000000"/>
                          </a:solidFill>
                          <a:latin typeface="Arial Narrow"/>
                        </a:rPr>
                        <a:t>—</a:t>
                      </a:r>
                    </a:p>
                  </a:txBody>
                  <a:tcPr marL="91440" marR="91440" marT="36576" marB="36576" anchor="ctr">
                    <a:solidFill>
                      <a:srgbClr val="FFFFFF"/>
                    </a:solidFill>
                  </a:tcPr>
                </a:tc>
                <a:tc>
                  <a:txBody>
                    <a:bodyPr wrap="square"/>
                    <a:lstStyle/>
                    <a:p>
                      <a:pPr algn="ctr"/>
                      <a:r>
                        <a:rPr sz="1900" b="0">
                          <a:solidFill>
                            <a:srgbClr val="000000"/>
                          </a:solidFill>
                          <a:latin typeface="Arial Narrow"/>
                        </a:rPr>
                        <a:t>—</a:t>
                      </a:r>
                    </a:p>
                  </a:txBody>
                  <a:tcPr marL="91440" marR="91440" marT="36576" marB="36576" anchor="ctr">
                    <a:solidFill>
                      <a:srgbClr val="FFFFFF"/>
                    </a:solidFill>
                  </a:tcPr>
                </a:tc>
                <a:tc>
                  <a:txBody>
                    <a:bodyPr wrap="square"/>
                    <a:lstStyle/>
                    <a:p>
                      <a:pPr algn="ctr"/>
                      <a:r>
                        <a:rPr sz="1900" b="0">
                          <a:solidFill>
                            <a:srgbClr val="000000"/>
                          </a:solidFill>
                          <a:latin typeface="Arial Narrow"/>
                        </a:rPr>
                        <a:t>—</a:t>
                      </a:r>
                    </a:p>
                  </a:txBody>
                  <a:tcPr marL="91440" marR="91440" marT="36576" marB="36576" anchor="ctr">
                    <a:solidFill>
                      <a:srgbClr val="FFFFFF"/>
                    </a:solidFill>
                  </a:tcPr>
                </a:tc>
              </a:tr>
              <a:tr h="422275">
                <a:tc>
                  <a:txBody>
                    <a:bodyPr wrap="square"/>
                    <a:lstStyle/>
                    <a:p>
                      <a:r>
                        <a:rPr sz="1900" b="0">
                          <a:solidFill>
                            <a:srgbClr val="000000"/>
                          </a:solidFill>
                          <a:latin typeface="Arial Narrow"/>
                        </a:rPr>
                        <a:t>B — Self-refinement</a:t>
                      </a:r>
                    </a:p>
                  </a:txBody>
                  <a:tcPr marL="91440" marR="91440" marT="36576" marB="36576" anchor="ctr">
                    <a:solidFill>
                      <a:srgbClr val="DAEDEF"/>
                    </a:solidFill>
                  </a:tcPr>
                </a:tc>
                <a:tc>
                  <a:txBody>
                    <a:bodyPr wrap="square"/>
                    <a:lstStyle/>
                    <a:p>
                      <a:pPr algn="ctr"/>
                      <a:r>
                        <a:rPr sz="1900" b="0">
                          <a:solidFill>
                            <a:srgbClr val="000000"/>
                          </a:solidFill>
                          <a:latin typeface="Arial Narrow"/>
                        </a:rPr>
                        <a:t>—</a:t>
                      </a:r>
                    </a:p>
                  </a:txBody>
                  <a:tcPr marL="91440" marR="91440" marT="36576" marB="36576" anchor="ctr">
                    <a:solidFill>
                      <a:srgbClr val="DAEDEF"/>
                    </a:solidFill>
                  </a:tcPr>
                </a:tc>
                <a:tc>
                  <a:txBody>
                    <a:bodyPr wrap="square"/>
                    <a:lstStyle/>
                    <a:p>
                      <a:pPr algn="ctr"/>
                      <a:r>
                        <a:rPr sz="1900" b="0">
                          <a:solidFill>
                            <a:srgbClr val="000000"/>
                          </a:solidFill>
                          <a:latin typeface="Arial Narrow"/>
                        </a:rPr>
                        <a:t>—</a:t>
                      </a:r>
                    </a:p>
                  </a:txBody>
                  <a:tcPr marL="91440" marR="91440" marT="36576" marB="36576" anchor="ctr">
                    <a:solidFill>
                      <a:srgbClr val="DAEDEF"/>
                    </a:solidFill>
                  </a:tcPr>
                </a:tc>
                <a:tc>
                  <a:txBody>
                    <a:bodyPr wrap="square"/>
                    <a:lstStyle/>
                    <a:p>
                      <a:pPr algn="ctr"/>
                      <a:r>
                        <a:rPr sz="1900" b="0">
                          <a:solidFill>
                            <a:srgbClr val="000000"/>
                          </a:solidFill>
                          <a:latin typeface="Arial Narrow"/>
                        </a:rPr>
                        <a:t>—</a:t>
                      </a:r>
                    </a:p>
                  </a:txBody>
                  <a:tcPr marL="91440" marR="91440" marT="36576" marB="36576" anchor="ctr">
                    <a:solidFill>
                      <a:srgbClr val="DAEDEF"/>
                    </a:solidFill>
                  </a:tcPr>
                </a:tc>
              </a:tr>
              <a:tr h="422275">
                <a:tc>
                  <a:txBody>
                    <a:bodyPr wrap="square"/>
                    <a:lstStyle/>
                    <a:p>
                      <a:r>
                        <a:rPr sz="1900" b="0">
                          <a:solidFill>
                            <a:srgbClr val="000000"/>
                          </a:solidFill>
                          <a:latin typeface="Arial Narrow"/>
                        </a:rPr>
                        <a:t>C — MAWE</a:t>
                      </a:r>
                    </a:p>
                  </a:txBody>
                  <a:tcPr marL="91440" marR="91440" marT="36576" marB="36576" anchor="ctr">
                    <a:solidFill>
                      <a:srgbClr val="FFFFFF"/>
                    </a:solidFill>
                  </a:tcPr>
                </a:tc>
                <a:tc>
                  <a:txBody>
                    <a:bodyPr wrap="square"/>
                    <a:lstStyle/>
                    <a:p>
                      <a:pPr algn="ctr"/>
                      <a:r>
                        <a:rPr sz="1900" b="0">
                          <a:solidFill>
                            <a:srgbClr val="000000"/>
                          </a:solidFill>
                          <a:latin typeface="Arial Narrow"/>
                        </a:rPr>
                        <a:t>—</a:t>
                      </a:r>
                    </a:p>
                  </a:txBody>
                  <a:tcPr marL="91440" marR="91440" marT="36576" marB="36576" anchor="ctr">
                    <a:solidFill>
                      <a:srgbClr val="FFFFFF"/>
                    </a:solidFill>
                  </a:tcPr>
                </a:tc>
                <a:tc>
                  <a:txBody>
                    <a:bodyPr wrap="square"/>
                    <a:lstStyle/>
                    <a:p>
                      <a:pPr algn="ctr"/>
                      <a:r>
                        <a:rPr sz="1900" b="0">
                          <a:solidFill>
                            <a:srgbClr val="000000"/>
                          </a:solidFill>
                          <a:latin typeface="Arial Narrow"/>
                        </a:rPr>
                        <a:t>—</a:t>
                      </a:r>
                    </a:p>
                  </a:txBody>
                  <a:tcPr marL="91440" marR="91440" marT="36576" marB="36576" anchor="ctr">
                    <a:solidFill>
                      <a:srgbClr val="FFFFFF"/>
                    </a:solidFill>
                  </a:tcPr>
                </a:tc>
                <a:tc>
                  <a:txBody>
                    <a:bodyPr wrap="square"/>
                    <a:lstStyle/>
                    <a:p>
                      <a:pPr algn="ctr"/>
                      <a:r>
                        <a:rPr sz="1900" b="0">
                          <a:solidFill>
                            <a:srgbClr val="000000"/>
                          </a:solidFill>
                          <a:latin typeface="Arial Narrow"/>
                        </a:rPr>
                        <a:t>—</a:t>
                      </a:r>
                    </a:p>
                  </a:txBody>
                  <a:tcPr marL="91440" marR="91440" marT="36576" marB="36576" anchor="ctr">
                    <a:solidFill>
                      <a:srgbClr val="FFFFFF"/>
                    </a:solidFill>
                  </a:tcPr>
                </a:tc>
              </a:tr>
              <a:tr h="422275">
                <a:tc>
                  <a:txBody>
                    <a:bodyPr wrap="square"/>
                    <a:lstStyle/>
                    <a:p>
                      <a:r>
                        <a:rPr sz="1900" b="0">
                          <a:solidFill>
                            <a:srgbClr val="000000"/>
                          </a:solidFill>
                          <a:latin typeface="Arial Narrow"/>
                        </a:rPr>
                        <a:t>C′ — No summarization</a:t>
                      </a:r>
                    </a:p>
                  </a:txBody>
                  <a:tcPr marL="91440" marR="91440" marT="36576" marB="36576" anchor="ctr">
                    <a:solidFill>
                      <a:srgbClr val="DAEDEF"/>
                    </a:solidFill>
                  </a:tcPr>
                </a:tc>
                <a:tc>
                  <a:txBody>
                    <a:bodyPr wrap="square"/>
                    <a:lstStyle/>
                    <a:p>
                      <a:pPr algn="ctr"/>
                      <a:r>
                        <a:rPr sz="1900" b="0">
                          <a:solidFill>
                            <a:srgbClr val="000000"/>
                          </a:solidFill>
                          <a:latin typeface="Arial Narrow"/>
                        </a:rPr>
                        <a:t>—</a:t>
                      </a:r>
                    </a:p>
                  </a:txBody>
                  <a:tcPr marL="91440" marR="91440" marT="36576" marB="36576" anchor="ctr">
                    <a:solidFill>
                      <a:srgbClr val="DAEDEF"/>
                    </a:solidFill>
                  </a:tcPr>
                </a:tc>
                <a:tc>
                  <a:txBody>
                    <a:bodyPr wrap="square"/>
                    <a:lstStyle/>
                    <a:p>
                      <a:pPr algn="ctr"/>
                      <a:r>
                        <a:rPr sz="1900" b="0">
                          <a:solidFill>
                            <a:srgbClr val="000000"/>
                          </a:solidFill>
                          <a:latin typeface="Arial Narrow"/>
                        </a:rPr>
                        <a:t>—</a:t>
                      </a:r>
                    </a:p>
                  </a:txBody>
                  <a:tcPr marL="91440" marR="91440" marT="36576" marB="36576" anchor="ctr">
                    <a:solidFill>
                      <a:srgbClr val="DAEDEF"/>
                    </a:solidFill>
                  </a:tcPr>
                </a:tc>
                <a:tc>
                  <a:txBody>
                    <a:bodyPr wrap="square"/>
                    <a:lstStyle/>
                    <a:p>
                      <a:pPr algn="ctr"/>
                      <a:r>
                        <a:rPr sz="1900" b="0">
                          <a:solidFill>
                            <a:srgbClr val="000000"/>
                          </a:solidFill>
                          <a:latin typeface="Arial Narrow"/>
                        </a:rPr>
                        <a:t>—</a:t>
                      </a:r>
                    </a:p>
                  </a:txBody>
                  <a:tcPr marL="91440" marR="91440" marT="36576" marB="36576" anchor="ctr">
                    <a:solidFill>
                      <a:srgbClr val="DAEDEF"/>
                    </a:solidFill>
                  </a:tcPr>
                </a:tc>
              </a:tr>
            </a:tbl>
          </a:graphicData>
        </a:graphic>
      </p:graphicFrame>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33064703" y="14354683"/>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Discussion &amp; Conclusions</a:t>
            </a:r>
          </a:p>
        </p:txBody>
      </p:sp>
      <p:sp>
        <p:nvSpPr>
          <p:cNvPr id="13352" name="TextBox 13351"/>
          <p:cNvSpPr txBox="1"/>
          <p:nvPr/>
        </p:nvSpPr>
        <p:spPr>
          <a:xfrm>
            <a:off x="33064703" y="15077059"/>
            <a:ext cx="9985248" cy="6097524"/>
          </a:xfrm>
          <a:prstGeom prst="rect">
            <a:avLst/>
          </a:prstGeom>
          <a:noFill/>
          <a:ln>
            <a:noFill/>
          </a:ln>
        </p:spPr>
        <p:txBody>
          <a:bodyPr wrap="square" lIns="164592" rIns="164592" tIns="82296" bIns="82296">
            <a:spAutoFit/>
          </a:bodyPr>
          <a:lstStyle/>
          <a:p>
            <a:pPr>
              <a:spcAft>
                <a:spcPts val="500"/>
              </a:spcAft>
            </a:pPr>
            <a:r>
              <a:rPr sz="2400" b="0">
                <a:solidFill>
                  <a:srgbClr val="000000"/>
                </a:solidFill>
                <a:latin typeface="Arial Narrow"/>
              </a:rPr>
              <a:t>MAWE is expected to improve correctness and requirement coverage, most visibly on medium and hard tasks where a single prompt tends to miss requirements or ship untested bugs. The price is higher token usage and latency, since each iteration adds at least two model calls. The question is therefore not “is it better?” but “is the improvement worth the cost?” — which cost per successful task answers directly.</a:t>
            </a:r>
          </a:p>
          <a:p>
            <a:pPr>
              <a:spcAft>
                <a:spcPts val="500"/>
              </a:spcAft>
            </a:pPr>
          </a:p>
          <a:p>
            <a:pPr>
              <a:spcAft>
                <a:spcPts val="500"/>
              </a:spcAft>
            </a:pPr>
            <a:r>
              <a:rPr sz="2400" b="0">
                <a:solidFill>
                  <a:srgbClr val="000000"/>
                </a:solidFill>
                <a:latin typeface="Arial Narrow"/>
              </a:rPr>
              <a:t>Condition B isolates iteration from role separation. If C still wins, that is evidence that an independent reviewer is worth more than a model checking its own work — the same reason real teams separate development from QA.</a:t>
            </a:r>
          </a:p>
          <a:p>
            <a:pPr>
              <a:spcAft>
                <a:spcPts val="500"/>
              </a:spcAft>
            </a:pPr>
          </a:p>
          <a:p>
            <a:pPr>
              <a:spcAft>
                <a:spcPts val="500"/>
              </a:spcAft>
            </a:pPr>
            <a:r>
              <a:rPr sz="2400" b="0">
                <a:solidFill>
                  <a:srgbClr val="000000"/>
                </a:solidFill>
                <a:latin typeface="Arial Narrow"/>
              </a:rPr>
              <a:t>Limitations. The Reviewer is itself an LLM and can approve incorrect code, which is why scoring uses hidden tests instead of its verdict; tasks are small to medium, so conclusions may not transfer to large multi-module systems; results depend on the model family; and the budget limits repetitions to three per task.</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33064703" y="21540343"/>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References</a:t>
            </a:r>
          </a:p>
        </p:txBody>
      </p:sp>
      <p:sp>
        <p:nvSpPr>
          <p:cNvPr id="13353" name="TextBox 13352"/>
          <p:cNvSpPr txBox="1"/>
          <p:nvPr/>
        </p:nvSpPr>
        <p:spPr>
          <a:xfrm>
            <a:off x="33064703" y="22262719"/>
            <a:ext cx="9985248" cy="6605524"/>
          </a:xfrm>
          <a:prstGeom prst="rect">
            <a:avLst/>
          </a:prstGeom>
          <a:noFill/>
          <a:ln>
            <a:noFill/>
          </a:ln>
        </p:spPr>
        <p:txBody>
          <a:bodyPr wrap="square" lIns="164592" rIns="164592" tIns="82296" bIns="82296">
            <a:spAutoFit/>
          </a:bodyPr>
          <a:lstStyle/>
          <a:p>
            <a:pPr>
              <a:spcAft>
                <a:spcPts val="500"/>
              </a:spcAft>
            </a:pPr>
            <a:r>
              <a:rPr sz="1900" b="0">
                <a:solidFill>
                  <a:srgbClr val="000000"/>
                </a:solidFill>
                <a:latin typeface="Arial Narrow"/>
              </a:rPr>
              <a:t>Chen, M., Tworek, J., Jun, H., Yuan, Q., Pinto, H. P. de O., Kaplan, J., … Zaremba, W. (2021). Evaluating large language models trained on code. arXiv:2107.03374.</a:t>
            </a:r>
          </a:p>
          <a:p>
            <a:pPr>
              <a:spcAft>
                <a:spcPts val="500"/>
              </a:spcAft>
            </a:pPr>
            <a:r>
              <a:rPr sz="1900" b="0">
                <a:solidFill>
                  <a:srgbClr val="000000"/>
                </a:solidFill>
                <a:latin typeface="Arial Narrow"/>
              </a:rPr>
              <a:t>Hong, S., Zhuge, M., Chen, J., Zheng, X., Cheng, Y., Wang, J., … Schmidhuber, J. (2024). MetaGPT: Meta programming for a multi-agent collaborative framework. International Conference on Learning Representations (ICLR 2024).</a:t>
            </a:r>
          </a:p>
          <a:p>
            <a:pPr>
              <a:spcAft>
                <a:spcPts val="500"/>
              </a:spcAft>
            </a:pPr>
            <a:r>
              <a:rPr sz="1900" b="0">
                <a:solidFill>
                  <a:srgbClr val="000000"/>
                </a:solidFill>
                <a:latin typeface="Arial Narrow"/>
              </a:rPr>
              <a:t>Jimenez, C. E., Yang, J., Wettig, A., Yao, S., Pei, K., Press, O., &amp; Narasimhan, K. (2024). SWE-bench: Can language models resolve real-world GitHub issues? International Conference on Learning Representations (ICLR 2024).</a:t>
            </a:r>
          </a:p>
          <a:p>
            <a:pPr>
              <a:spcAft>
                <a:spcPts val="500"/>
              </a:spcAft>
            </a:pPr>
            <a:r>
              <a:rPr sz="1900" b="0">
                <a:solidFill>
                  <a:srgbClr val="000000"/>
                </a:solidFill>
                <a:latin typeface="Arial Narrow"/>
              </a:rPr>
              <a:t>Madaan, A., Tandon, N., Gupta, P., Hallinan, S., Gao, L., Wiegreffe, S., … Clark, P. (2023). Self-Refine: Iterative refinement with self-feedback. Advances in Neural Information Processing Systems, 36.</a:t>
            </a:r>
          </a:p>
          <a:p>
            <a:pPr>
              <a:spcAft>
                <a:spcPts val="500"/>
              </a:spcAft>
            </a:pPr>
            <a:r>
              <a:rPr sz="1900" b="0">
                <a:solidFill>
                  <a:srgbClr val="000000"/>
                </a:solidFill>
                <a:latin typeface="Arial Narrow"/>
              </a:rPr>
              <a:t>Qian, C., Liu, W., Liu, H., Chen, N., Dang, Y., Li, J., … Sun, M. (2024). ChatDev: Communicative agents for software development. Proceedings of the 62nd Annual Meeting of the Association for Computational Linguistics, 15174–15186.</a:t>
            </a:r>
          </a:p>
          <a:p>
            <a:pPr>
              <a:spcAft>
                <a:spcPts val="500"/>
              </a:spcAft>
            </a:pPr>
            <a:r>
              <a:rPr sz="1900" b="0">
                <a:solidFill>
                  <a:srgbClr val="000000"/>
                </a:solidFill>
                <a:latin typeface="Arial Narrow"/>
              </a:rPr>
              <a:t>Shinn, N., Cassano, F., Gopinath, A., Narasimhan, K., &amp; Yao, S. (2023). Reflexion: Language agents with verbal reinforcement learning. Advances in Neural Information Processing Systems, 36.</a:t>
            </a:r>
          </a:p>
          <a:p>
            <a:pPr>
              <a:spcAft>
                <a:spcPts val="500"/>
              </a:spcAft>
            </a:pPr>
            <a:r>
              <a:rPr sz="1900" b="0">
                <a:solidFill>
                  <a:srgbClr val="000000"/>
                </a:solidFill>
                <a:latin typeface="Arial Narrow"/>
              </a:rPr>
              <a:t>Wu, Q., Bansal, G., Zhang, J., Wu, Y., Li, B., Zhu, E., … Wang, C. (2024). AutoGen: Enabling next-generation LLM applications via multi-agent conversation. Conference on Language Modeling (COLM 2024).</a:t>
            </a:r>
          </a:p>
        </p:txBody>
      </p:sp>
      <p:sp>
        <p:nvSpPr>
          <p:cNvPr id="13321" name="Text Box 7">
            <a:extLst>
              <a:ext uri="{FF2B5EF4-FFF2-40B4-BE49-F238E27FC236}">
                <a16:creationId xmlns:a16="http://schemas.microsoft.com/office/drawing/2014/main" id="{221DE5A3-9F1D-F447-BB65-6D884BE5DF09}"/>
              </a:ext>
            </a:extLst>
          </p:cNvPr>
          <p:cNvSpPr txBox="1">
            <a:spLocks noChangeArrowheads="1"/>
          </p:cNvSpPr>
          <p:nvPr/>
        </p:nvSpPr>
        <p:spPr bwMode="auto">
          <a:xfrm>
            <a:off x="33064703" y="29234003"/>
            <a:ext cx="9985248" cy="612648"/>
          </a:xfrm>
          <a:prstGeom prst="rect">
            <a:avLst/>
          </a:prstGeom>
          <a:solidFill>
            <a:srgbClr val="003466"/>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wrap="square">
            <a:spAutoFit/>
          </a:bodyPr>
          <a:lstStyle>
            <a:lvl1pPr>
              <a:defRPr sz="2900">
                <a:solidFill>
                  <a:schemeClr val="tx1"/>
                </a:solidFill>
                <a:latin typeface="Arial Narrow" panose="020B0604020202020204" pitchFamily="34" charset="0"/>
              </a:defRPr>
            </a:lvl1pPr>
            <a:lvl2pPr marL="742950" indent="-285750">
              <a:defRPr sz="2900">
                <a:solidFill>
                  <a:schemeClr val="tx1"/>
                </a:solidFill>
                <a:latin typeface="Arial Narrow" panose="020B0604020202020204" pitchFamily="34" charset="0"/>
              </a:defRPr>
            </a:lvl2pPr>
            <a:lvl3pPr marL="1143000" indent="-228600">
              <a:defRPr sz="2900">
                <a:solidFill>
                  <a:schemeClr val="tx1"/>
                </a:solidFill>
                <a:latin typeface="Arial Narrow" panose="020B0604020202020204" pitchFamily="34" charset="0"/>
              </a:defRPr>
            </a:lvl3pPr>
            <a:lvl4pPr marL="1600200" indent="-228600">
              <a:defRPr sz="2900">
                <a:solidFill>
                  <a:schemeClr val="tx1"/>
                </a:solidFill>
                <a:latin typeface="Arial Narrow" panose="020B0604020202020204" pitchFamily="34" charset="0"/>
              </a:defRPr>
            </a:lvl4pPr>
            <a:lvl5pPr marL="2057400" indent="-228600">
              <a:defRPr sz="2900">
                <a:solidFill>
                  <a:schemeClr val="tx1"/>
                </a:solidFill>
                <a:latin typeface="Arial Narrow" panose="020B0604020202020204" pitchFamily="34" charset="0"/>
              </a:defRPr>
            </a:lvl5pPr>
            <a:lvl6pPr marL="2514600" indent="-228600" eaLnBrk="0" fontAlgn="base" hangingPunct="0">
              <a:spcBef>
                <a:spcPct val="0"/>
              </a:spcBef>
              <a:spcAft>
                <a:spcPct val="0"/>
              </a:spcAft>
              <a:defRPr sz="2900">
                <a:solidFill>
                  <a:schemeClr val="tx1"/>
                </a:solidFill>
                <a:latin typeface="Arial Narrow" panose="020B0604020202020204" pitchFamily="34" charset="0"/>
              </a:defRPr>
            </a:lvl6pPr>
            <a:lvl7pPr marL="2971800" indent="-228600" eaLnBrk="0" fontAlgn="base" hangingPunct="0">
              <a:spcBef>
                <a:spcPct val="0"/>
              </a:spcBef>
              <a:spcAft>
                <a:spcPct val="0"/>
              </a:spcAft>
              <a:defRPr sz="2900">
                <a:solidFill>
                  <a:schemeClr val="tx1"/>
                </a:solidFill>
                <a:latin typeface="Arial Narrow" panose="020B0604020202020204" pitchFamily="34" charset="0"/>
              </a:defRPr>
            </a:lvl7pPr>
            <a:lvl8pPr marL="3429000" indent="-228600" eaLnBrk="0" fontAlgn="base" hangingPunct="0">
              <a:spcBef>
                <a:spcPct val="0"/>
              </a:spcBef>
              <a:spcAft>
                <a:spcPct val="0"/>
              </a:spcAft>
              <a:defRPr sz="2900">
                <a:solidFill>
                  <a:schemeClr val="tx1"/>
                </a:solidFill>
                <a:latin typeface="Arial Narrow" panose="020B0604020202020204" pitchFamily="34" charset="0"/>
              </a:defRPr>
            </a:lvl8pPr>
            <a:lvl9pPr marL="3886200" indent="-228600" eaLnBrk="0" fontAlgn="base" hangingPunct="0">
              <a:spcBef>
                <a:spcPct val="0"/>
              </a:spcBef>
              <a:spcAft>
                <a:spcPct val="0"/>
              </a:spcAft>
              <a:defRPr sz="2900">
                <a:solidFill>
                  <a:schemeClr val="tx1"/>
                </a:solidFill>
                <a:latin typeface="Arial Narrow" panose="020B0604020202020204" pitchFamily="34" charset="0"/>
              </a:defRPr>
            </a:lvl9pPr>
          </a:lstStyle>
          <a:p>
            <a:pPr>
              <a:spcBef>
                <a:spcPct val="50000"/>
              </a:spcBef>
            </a:pPr>
            <a:r>
              <a:rPr sz="3200" b="1">
                <a:solidFill>
                  <a:srgbClr val="FFFFFF"/>
                </a:solidFill>
                <a:latin typeface="Arial Narrow"/>
              </a:rPr>
              <a:t>   Acknowledgements</a:t>
            </a:r>
          </a:p>
        </p:txBody>
      </p:sp>
      <p:sp>
        <p:nvSpPr>
          <p:cNvPr id="13354" name="TextBox 13353"/>
          <p:cNvSpPr txBox="1"/>
          <p:nvPr/>
        </p:nvSpPr>
        <p:spPr>
          <a:xfrm>
            <a:off x="33064703" y="29956379"/>
            <a:ext cx="9985248" cy="1421891"/>
          </a:xfrm>
          <a:prstGeom prst="rect">
            <a:avLst/>
          </a:prstGeom>
          <a:noFill/>
          <a:ln>
            <a:noFill/>
          </a:ln>
        </p:spPr>
        <p:txBody>
          <a:bodyPr wrap="square" lIns="164592" rIns="164592" tIns="82296" bIns="82296">
            <a:spAutoFit/>
          </a:bodyPr>
          <a:lstStyle/>
          <a:p>
            <a:pPr>
              <a:spcAft>
                <a:spcPts val="500"/>
              </a:spcAft>
            </a:pPr>
            <a:r>
              <a:rPr sz="2400" b="0">
                <a:solidFill>
                  <a:srgbClr val="000000"/>
                </a:solidFill>
                <a:latin typeface="Arial Narrow"/>
              </a:rPr>
              <a:t>We thank Dr. Hezy for supervising this capstone project and for feedback on the proposal and evaluation design, and the maintainers of the LangGraph and CrewAI open-source projects whose tooling this work builds on.</a:t>
            </a:r>
          </a:p>
        </p:txBody>
      </p:sp>
    </p:spTree>
  </p:cSld>
  <p:clrMapOvr>
    <a:masterClrMapping/>
  </p:clrMapOvr>
</p:sld>
</file>

<file path=ppt/theme/theme1.xml><?xml version="1.0" encoding="utf-8"?>
<a:theme xmlns:a="http://schemas.openxmlformats.org/drawingml/2006/main" name="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5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6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7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8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9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0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11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2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3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4_Custom Design">
  <a:themeElements>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fontScheme name="Custom Design">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2900" b="0" i="0" u="none" strike="noStrike" cap="none" normalizeH="0" baseline="0" smtClean="0">
            <a:ln>
              <a:noFill/>
            </a:ln>
            <a:solidFill>
              <a:schemeClr val="tx1"/>
            </a:solidFill>
            <a:effectLst/>
            <a:latin typeface="Arial Narrow" pitchFamily="34" charset="0"/>
          </a:defRPr>
        </a:defPPr>
      </a:lstStyle>
    </a:lnDef>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3CC"/>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7303</TotalTime>
  <Words>964</Words>
  <Application>Microsoft Macintosh PowerPoint</Application>
  <PresentationFormat>Custom</PresentationFormat>
  <Paragraphs>69</Paragraphs>
  <Slides>1</Slides>
  <Notes>1</Notes>
  <HiddenSlides>0</HiddenSlides>
  <MMClips>0</MMClips>
  <ScaleCrop>false</ScaleCrop>
  <HeadingPairs>
    <vt:vector size="8" baseType="variant">
      <vt:variant>
        <vt:lpstr>Fonts Used</vt:lpstr>
      </vt:variant>
      <vt:variant>
        <vt:i4>4</vt:i4>
      </vt:variant>
      <vt:variant>
        <vt:lpstr>Theme</vt:lpstr>
      </vt:variant>
      <vt:variant>
        <vt:i4>11</vt:i4>
      </vt:variant>
      <vt:variant>
        <vt:lpstr>Embedded OLE Servers</vt:lpstr>
      </vt:variant>
      <vt:variant>
        <vt:i4>1</vt:i4>
      </vt:variant>
      <vt:variant>
        <vt:lpstr>Slide Titles</vt:lpstr>
      </vt:variant>
      <vt:variant>
        <vt:i4>1</vt:i4>
      </vt:variant>
    </vt:vector>
  </HeadingPairs>
  <TitlesOfParts>
    <vt:vector size="17" baseType="lpstr">
      <vt:lpstr>Arial Narrow</vt:lpstr>
      <vt:lpstr>Arial</vt:lpstr>
      <vt:lpstr>Arial Black</vt:lpstr>
      <vt:lpstr>Wingdings</vt:lpstr>
      <vt:lpstr>Custom Design</vt:lpstr>
      <vt:lpstr>5_Custom Design</vt:lpstr>
      <vt:lpstr>6_Custom Design</vt:lpstr>
      <vt:lpstr>7_Custom Design</vt:lpstr>
      <vt:lpstr>8_Custom Design</vt:lpstr>
      <vt:lpstr>9_Custom Design</vt:lpstr>
      <vt:lpstr>10_Custom Design</vt:lpstr>
      <vt:lpstr>11_Custom Design</vt:lpstr>
      <vt:lpstr>12_Custom Design</vt:lpstr>
      <vt:lpstr>13_Custom Design</vt:lpstr>
      <vt:lpstr>14_Custom Design</vt:lpstr>
      <vt:lpstr>Chart</vt:lpstr>
      <vt:lpstr>PowerPoint Presentation</vt:lpstr>
    </vt:vector>
  </TitlesOfParts>
  <Company>www.posterpresentations.com</Company>
  <LinksUpToDate>false</LinksUpToDate>
  <SharedDoc>false</SharedDoc>
  <HyperlinkBase>http://www.posterpresentations.com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48x36 Poster Template</dc:title>
  <dc:subject>Free PowerPoint poster templates</dc:subject>
  <dc:creator>Kost, Charles</dc:creator>
  <cp:keywords>poster presentation, poster design, poster template</cp:keywords>
  <dc:description>Call us if you need help with this poster template._x000d_
1-866-649-3004           _x000d_
 (c)PosterPresentations.com</dc:description>
  <cp:lastModifiedBy>Kaiser, Dan</cp:lastModifiedBy>
  <cp:revision>156</cp:revision>
  <dcterms:created xsi:type="dcterms:W3CDTF">2005-05-18T01:24:28Z</dcterms:created>
  <dcterms:modified xsi:type="dcterms:W3CDTF">2021-09-14T18:58:53Z</dcterms:modified>
  <cp:category>Powerpoint poster templates</cp:category>
</cp:coreProperties>
</file>